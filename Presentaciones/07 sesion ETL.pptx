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512" r:id="rId8"/>
    <p:sldId id="513" r:id="rId9"/>
    <p:sldId id="514" r:id="rId10"/>
    <p:sldId id="523" r:id="rId11"/>
    <p:sldId id="524" r:id="rId12"/>
    <p:sldId id="525" r:id="rId13"/>
    <p:sldId id="515" r:id="rId14"/>
    <p:sldId id="518" r:id="rId15"/>
    <p:sldId id="519" r:id="rId16"/>
    <p:sldId id="516" r:id="rId17"/>
    <p:sldId id="517" r:id="rId18"/>
    <p:sldId id="522" r:id="rId19"/>
    <p:sldId id="521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Camilo Gomez Orozco" userId="S::andresc.gomez@upb.edu.co::6561cff1-414f-495b-8ed4-4786a81b3c88" providerId="AD" clId="Web-{7BE704C0-D6F3-4F2B-BB58-F41D32D99138}"/>
    <pc:docChg chg="modSld">
      <pc:chgData name="Andres Camilo Gomez Orozco" userId="S::andresc.gomez@upb.edu.co::6561cff1-414f-495b-8ed4-4786a81b3c88" providerId="AD" clId="Web-{7BE704C0-D6F3-4F2B-BB58-F41D32D99138}" dt="2023-09-22T19:08:08.513" v="1" actId="20577"/>
      <pc:docMkLst>
        <pc:docMk/>
      </pc:docMkLst>
      <pc:sldChg chg="modSp">
        <pc:chgData name="Andres Camilo Gomez Orozco" userId="S::andresc.gomez@upb.edu.co::6561cff1-414f-495b-8ed4-4786a81b3c88" providerId="AD" clId="Web-{7BE704C0-D6F3-4F2B-BB58-F41D32D99138}" dt="2023-09-22T19:08:08.513" v="1" actId="20577"/>
        <pc:sldMkLst>
          <pc:docMk/>
          <pc:sldMk cId="2272387169" sldId="521"/>
        </pc:sldMkLst>
        <pc:spChg chg="mod">
          <ac:chgData name="Andres Camilo Gomez Orozco" userId="S::andresc.gomez@upb.edu.co::6561cff1-414f-495b-8ed4-4786a81b3c88" providerId="AD" clId="Web-{7BE704C0-D6F3-4F2B-BB58-F41D32D99138}" dt="2023-09-22T19:08:08.513" v="1" actId="20577"/>
          <ac:spMkLst>
            <pc:docMk/>
            <pc:sldMk cId="2272387169" sldId="521"/>
            <ac:spMk id="4" creationId="{0D973817-3435-D140-9D0B-086DCE94B2D0}"/>
          </ac:spMkLst>
        </pc:spChg>
      </pc:sldChg>
    </pc:docChg>
  </pc:docChgLst>
  <pc:docChgLst>
    <pc:chgData name="Jhon Alexander Arenas Hincapie" userId="S::jhon.arenas@upb.edu.co::023ef383-0e65-411c-8550-16b83581675c" providerId="AD" clId="Web-{3930AF0A-2FDF-4DFE-A084-4681C3E5B6F0}"/>
    <pc:docChg chg="modSld">
      <pc:chgData name="Jhon Alexander Arenas Hincapie" userId="S::jhon.arenas@upb.edu.co::023ef383-0e65-411c-8550-16b83581675c" providerId="AD" clId="Web-{3930AF0A-2FDF-4DFE-A084-4681C3E5B6F0}" dt="2022-03-22T20:00:13.298" v="2" actId="1076"/>
      <pc:docMkLst>
        <pc:docMk/>
      </pc:docMkLst>
      <pc:sldChg chg="modSp">
        <pc:chgData name="Jhon Alexander Arenas Hincapie" userId="S::jhon.arenas@upb.edu.co::023ef383-0e65-411c-8550-16b83581675c" providerId="AD" clId="Web-{3930AF0A-2FDF-4DFE-A084-4681C3E5B6F0}" dt="2022-03-22T20:00:13.298" v="2" actId="1076"/>
        <pc:sldMkLst>
          <pc:docMk/>
          <pc:sldMk cId="1558063086" sldId="514"/>
        </pc:sldMkLst>
        <pc:spChg chg="mod">
          <ac:chgData name="Jhon Alexander Arenas Hincapie" userId="S::jhon.arenas@upb.edu.co::023ef383-0e65-411c-8550-16b83581675c" providerId="AD" clId="Web-{3930AF0A-2FDF-4DFE-A084-4681C3E5B6F0}" dt="2022-03-22T19:59:04.640" v="0" actId="20577"/>
          <ac:spMkLst>
            <pc:docMk/>
            <pc:sldMk cId="1558063086" sldId="514"/>
            <ac:spMk id="2" creationId="{A2B252AB-3713-114A-9FF7-65221E454CC0}"/>
          </ac:spMkLst>
        </pc:spChg>
        <pc:graphicFrameChg chg="mod">
          <ac:chgData name="Jhon Alexander Arenas Hincapie" userId="S::jhon.arenas@upb.edu.co::023ef383-0e65-411c-8550-16b83581675c" providerId="AD" clId="Web-{3930AF0A-2FDF-4DFE-A084-4681C3E5B6F0}" dt="2022-03-22T20:00:13.298" v="2" actId="1076"/>
          <ac:graphicFrameMkLst>
            <pc:docMk/>
            <pc:sldMk cId="1558063086" sldId="514"/>
            <ac:graphicFrameMk id="6" creationId="{5E53E7E1-792A-0F48-9F36-E0D4F0C113AF}"/>
          </ac:graphicFrameMkLst>
        </pc:graphicFrameChg>
      </pc:sldChg>
    </pc:docChg>
  </pc:docChgLst>
  <pc:docChgLst>
    <pc:chgData name="Leonardo Betancur Agudelo" userId="S::leonardo.betancur@upb.edu.co::a3f3de06-0858-4298-8f47-441574265671" providerId="AD" clId="Web-{26F9AB76-32A0-45BB-8F7A-E8034346029D}"/>
    <pc:docChg chg="modSld">
      <pc:chgData name="Leonardo Betancur Agudelo" userId="S::leonardo.betancur@upb.edu.co::a3f3de06-0858-4298-8f47-441574265671" providerId="AD" clId="Web-{26F9AB76-32A0-45BB-8F7A-E8034346029D}" dt="2022-10-12T16:01:09.275" v="3" actId="20577"/>
      <pc:docMkLst>
        <pc:docMk/>
      </pc:docMkLst>
      <pc:sldChg chg="modSp">
        <pc:chgData name="Leonardo Betancur Agudelo" userId="S::leonardo.betancur@upb.edu.co::a3f3de06-0858-4298-8f47-441574265671" providerId="AD" clId="Web-{26F9AB76-32A0-45BB-8F7A-E8034346029D}" dt="2022-10-12T16:01:09.275" v="3" actId="20577"/>
        <pc:sldMkLst>
          <pc:docMk/>
          <pc:sldMk cId="159288200" sldId="522"/>
        </pc:sldMkLst>
        <pc:spChg chg="mod">
          <ac:chgData name="Leonardo Betancur Agudelo" userId="S::leonardo.betancur@upb.edu.co::a3f3de06-0858-4298-8f47-441574265671" providerId="AD" clId="Web-{26F9AB76-32A0-45BB-8F7A-E8034346029D}" dt="2022-10-12T16:01:09.275" v="3" actId="20577"/>
          <ac:spMkLst>
            <pc:docMk/>
            <pc:sldMk cId="159288200" sldId="522"/>
            <ac:spMk id="4" creationId="{0CDAEF2A-853F-5E44-9A3E-DA0B52EDFDD5}"/>
          </ac:spMkLst>
        </pc:spChg>
      </pc:sldChg>
    </pc:docChg>
  </pc:docChgLst>
  <pc:docChgLst>
    <pc:chgData name="Juan David Barrientos Rodriguez" userId="S::juan.barrientosr@upb.edu.co::68dc56e2-317c-4202-a784-aa8aa08e0bc6" providerId="AD" clId="Web-{0F56644C-0F77-41C4-B58F-4AB85C455C9A}"/>
    <pc:docChg chg="modSld">
      <pc:chgData name="Juan David Barrientos Rodriguez" userId="S::juan.barrientosr@upb.edu.co::68dc56e2-317c-4202-a784-aa8aa08e0bc6" providerId="AD" clId="Web-{0F56644C-0F77-41C4-B58F-4AB85C455C9A}" dt="2023-03-28T15:53:23.208" v="4" actId="20577"/>
      <pc:docMkLst>
        <pc:docMk/>
      </pc:docMkLst>
      <pc:sldChg chg="modSp">
        <pc:chgData name="Juan David Barrientos Rodriguez" userId="S::juan.barrientosr@upb.edu.co::68dc56e2-317c-4202-a784-aa8aa08e0bc6" providerId="AD" clId="Web-{0F56644C-0F77-41C4-B58F-4AB85C455C9A}" dt="2023-03-28T15:53:23.208" v="4" actId="20577"/>
        <pc:sldMkLst>
          <pc:docMk/>
          <pc:sldMk cId="1023501900" sldId="516"/>
        </pc:sldMkLst>
        <pc:spChg chg="mod">
          <ac:chgData name="Juan David Barrientos Rodriguez" userId="S::juan.barrientosr@upb.edu.co::68dc56e2-317c-4202-a784-aa8aa08e0bc6" providerId="AD" clId="Web-{0F56644C-0F77-41C4-B58F-4AB85C455C9A}" dt="2023-03-28T15:53:23.208" v="4" actId="20577"/>
          <ac:spMkLst>
            <pc:docMk/>
            <pc:sldMk cId="1023501900" sldId="516"/>
            <ac:spMk id="6" creationId="{56163075-D696-5B47-A43B-C769A8AFCB5B}"/>
          </ac:spMkLst>
        </pc:spChg>
      </pc:sldChg>
    </pc:docChg>
  </pc:docChgLst>
  <pc:docChgLst>
    <pc:chgData name="Camilo Andres Guzman Padilla" userId="S::camilo.guzmanp@upb.edu.co::ae26f8cc-f35e-4106-bfdd-35cd76a417c5" providerId="AD" clId="Web-{F52270E2-2340-4EA7-B102-6590DB63216E}"/>
    <pc:docChg chg="modSld">
      <pc:chgData name="Camilo Andres Guzman Padilla" userId="S::camilo.guzmanp@upb.edu.co::ae26f8cc-f35e-4106-bfdd-35cd76a417c5" providerId="AD" clId="Web-{F52270E2-2340-4EA7-B102-6590DB63216E}" dt="2025-04-02T15:25:20.334" v="0" actId="1076"/>
      <pc:docMkLst>
        <pc:docMk/>
      </pc:docMkLst>
      <pc:sldChg chg="modSp">
        <pc:chgData name="Camilo Andres Guzman Padilla" userId="S::camilo.guzmanp@upb.edu.co::ae26f8cc-f35e-4106-bfdd-35cd76a417c5" providerId="AD" clId="Web-{F52270E2-2340-4EA7-B102-6590DB63216E}" dt="2025-04-02T15:25:20.334" v="0" actId="1076"/>
        <pc:sldMkLst>
          <pc:docMk/>
          <pc:sldMk cId="1018717736" sldId="518"/>
        </pc:sldMkLst>
        <pc:spChg chg="mod">
          <ac:chgData name="Camilo Andres Guzman Padilla" userId="S::camilo.guzmanp@upb.edu.co::ae26f8cc-f35e-4106-bfdd-35cd76a417c5" providerId="AD" clId="Web-{F52270E2-2340-4EA7-B102-6590DB63216E}" dt="2025-04-02T15:25:20.334" v="0" actId="1076"/>
          <ac:spMkLst>
            <pc:docMk/>
            <pc:sldMk cId="1018717736" sldId="518"/>
            <ac:spMk id="6" creationId="{56163075-D696-5B47-A43B-C769A8AFCB5B}"/>
          </ac:spMkLst>
        </pc:spChg>
      </pc:sldChg>
    </pc:docChg>
  </pc:docChgLst>
  <pc:docChgLst>
    <pc:chgData name="Yeison Andres Munoz Ceron" userId="S::yeison.munoz@upb.edu.co::f2b77577-961f-43a0-af86-dade5bbff23e" providerId="AD" clId="Web-{820F10FF-94E2-1348-8BEF-E9316383020B}"/>
    <pc:docChg chg="modSld">
      <pc:chgData name="Yeison Andres Munoz Ceron" userId="S::yeison.munoz@upb.edu.co::f2b77577-961f-43a0-af86-dade5bbff23e" providerId="AD" clId="Web-{820F10FF-94E2-1348-8BEF-E9316383020B}" dt="2025-04-02T15:20:12.475" v="2" actId="20577"/>
      <pc:docMkLst>
        <pc:docMk/>
      </pc:docMkLst>
      <pc:sldChg chg="modSp">
        <pc:chgData name="Yeison Andres Munoz Ceron" userId="S::yeison.munoz@upb.edu.co::f2b77577-961f-43a0-af86-dade5bbff23e" providerId="AD" clId="Web-{820F10FF-94E2-1348-8BEF-E9316383020B}" dt="2025-04-02T15:20:12.475" v="2" actId="20577"/>
        <pc:sldMkLst>
          <pc:docMk/>
          <pc:sldMk cId="1018717736" sldId="518"/>
        </pc:sldMkLst>
        <pc:spChg chg="mod">
          <ac:chgData name="Yeison Andres Munoz Ceron" userId="S::yeison.munoz@upb.edu.co::f2b77577-961f-43a0-af86-dade5bbff23e" providerId="AD" clId="Web-{820F10FF-94E2-1348-8BEF-E9316383020B}" dt="2025-04-02T15:20:12.475" v="2" actId="20577"/>
          <ac:spMkLst>
            <pc:docMk/>
            <pc:sldMk cId="1018717736" sldId="518"/>
            <ac:spMk id="6" creationId="{56163075-D696-5B47-A43B-C769A8AFCB5B}"/>
          </ac:spMkLst>
        </pc:spChg>
      </pc:sldChg>
    </pc:docChg>
  </pc:docChgLst>
  <pc:docChgLst>
    <pc:chgData name="Valeria Yazmin Guerrero Bastidas" userId="S::valeria.guerrero@upb.edu.co::710aee01-6fa6-4107-b03e-27a21e171559" providerId="AD" clId="Web-{6ADF7E91-DAEB-41D4-8D35-4137980CCC72}"/>
    <pc:docChg chg="modSld">
      <pc:chgData name="Valeria Yazmin Guerrero Bastidas" userId="S::valeria.guerrero@upb.edu.co::710aee01-6fa6-4107-b03e-27a21e171559" providerId="AD" clId="Web-{6ADF7E91-DAEB-41D4-8D35-4137980CCC72}" dt="2023-03-28T15:43:15.844" v="0" actId="1076"/>
      <pc:docMkLst>
        <pc:docMk/>
      </pc:docMkLst>
      <pc:sldChg chg="modSp">
        <pc:chgData name="Valeria Yazmin Guerrero Bastidas" userId="S::valeria.guerrero@upb.edu.co::710aee01-6fa6-4107-b03e-27a21e171559" providerId="AD" clId="Web-{6ADF7E91-DAEB-41D4-8D35-4137980CCC72}" dt="2023-03-28T15:43:15.844" v="0" actId="1076"/>
        <pc:sldMkLst>
          <pc:docMk/>
          <pc:sldMk cId="1018717736" sldId="518"/>
        </pc:sldMkLst>
        <pc:spChg chg="mod">
          <ac:chgData name="Valeria Yazmin Guerrero Bastidas" userId="S::valeria.guerrero@upb.edu.co::710aee01-6fa6-4107-b03e-27a21e171559" providerId="AD" clId="Web-{6ADF7E91-DAEB-41D4-8D35-4137980CCC72}" dt="2023-03-28T15:43:15.844" v="0" actId="1076"/>
          <ac:spMkLst>
            <pc:docMk/>
            <pc:sldMk cId="1018717736" sldId="518"/>
            <ac:spMk id="6" creationId="{56163075-D696-5B47-A43B-C769A8AFCB5B}"/>
          </ac:spMkLst>
        </pc:spChg>
      </pc:sldChg>
    </pc:docChg>
  </pc:docChgLst>
  <pc:docChgLst>
    <pc:chgData name="Andreas Veiltl" userId="S::andreas.veiltl@upb.edu.co::d9650134-5d93-4428-a3b2-c34bcd4437b4" providerId="AD" clId="Web-{566C8CCF-EC3D-4D15-8C5C-AD8E1A879880}"/>
    <pc:docChg chg="modSld">
      <pc:chgData name="Andreas Veiltl" userId="S::andreas.veiltl@upb.edu.co::d9650134-5d93-4428-a3b2-c34bcd4437b4" providerId="AD" clId="Web-{566C8CCF-EC3D-4D15-8C5C-AD8E1A879880}" dt="2022-03-22T20:00:24.101" v="6" actId="20577"/>
      <pc:docMkLst>
        <pc:docMk/>
      </pc:docMkLst>
      <pc:sldChg chg="modSp">
        <pc:chgData name="Andreas Veiltl" userId="S::andreas.veiltl@upb.edu.co::d9650134-5d93-4428-a3b2-c34bcd4437b4" providerId="AD" clId="Web-{566C8CCF-EC3D-4D15-8C5C-AD8E1A879880}" dt="2022-03-22T20:00:24.101" v="6" actId="20577"/>
        <pc:sldMkLst>
          <pc:docMk/>
          <pc:sldMk cId="1558063086" sldId="514"/>
        </pc:sldMkLst>
        <pc:spChg chg="mod">
          <ac:chgData name="Andreas Veiltl" userId="S::andreas.veiltl@upb.edu.co::d9650134-5d93-4428-a3b2-c34bcd4437b4" providerId="AD" clId="Web-{566C8CCF-EC3D-4D15-8C5C-AD8E1A879880}" dt="2022-03-22T20:00:24.101" v="6" actId="20577"/>
          <ac:spMkLst>
            <pc:docMk/>
            <pc:sldMk cId="1558063086" sldId="514"/>
            <ac:spMk id="2" creationId="{A2B252AB-3713-114A-9FF7-65221E454CC0}"/>
          </ac:spMkLst>
        </pc:spChg>
        <pc:graphicFrameChg chg="mod">
          <ac:chgData name="Andreas Veiltl" userId="S::andreas.veiltl@upb.edu.co::d9650134-5d93-4428-a3b2-c34bcd4437b4" providerId="AD" clId="Web-{566C8CCF-EC3D-4D15-8C5C-AD8E1A879880}" dt="2022-03-22T20:00:00.741" v="5" actId="1076"/>
          <ac:graphicFrameMkLst>
            <pc:docMk/>
            <pc:sldMk cId="1558063086" sldId="514"/>
            <ac:graphicFrameMk id="6" creationId="{5E53E7E1-792A-0F48-9F36-E0D4F0C113AF}"/>
          </ac:graphicFrameMkLst>
        </pc:graphicFrameChg>
      </pc:sldChg>
    </pc:docChg>
  </pc:docChgLst>
  <pc:docChgLst>
    <pc:chgData name="Leonardo Betancur Agudelo" userId="S::leonardo.betancur@upb.edu.co::a3f3de06-0858-4298-8f47-441574265671" providerId="AD" clId="Web-{ABF59ADB-BD25-4AD1-8FBB-DE03E5D7B130}"/>
    <pc:docChg chg="modSld">
      <pc:chgData name="Leonardo Betancur Agudelo" userId="S::leonardo.betancur@upb.edu.co::a3f3de06-0858-4298-8f47-441574265671" providerId="AD" clId="Web-{ABF59ADB-BD25-4AD1-8FBB-DE03E5D7B130}" dt="2023-10-02T21:54:12.390" v="1" actId="20577"/>
      <pc:docMkLst>
        <pc:docMk/>
      </pc:docMkLst>
      <pc:sldChg chg="modSp">
        <pc:chgData name="Leonardo Betancur Agudelo" userId="S::leonardo.betancur@upb.edu.co::a3f3de06-0858-4298-8f47-441574265671" providerId="AD" clId="Web-{ABF59ADB-BD25-4AD1-8FBB-DE03E5D7B130}" dt="2023-10-02T21:54:12.390" v="1" actId="20577"/>
        <pc:sldMkLst>
          <pc:docMk/>
          <pc:sldMk cId="2272387169" sldId="521"/>
        </pc:sldMkLst>
        <pc:spChg chg="mod">
          <ac:chgData name="Leonardo Betancur Agudelo" userId="S::leonardo.betancur@upb.edu.co::a3f3de06-0858-4298-8f47-441574265671" providerId="AD" clId="Web-{ABF59ADB-BD25-4AD1-8FBB-DE03E5D7B130}" dt="2023-10-02T21:54:12.390" v="1" actId="20577"/>
          <ac:spMkLst>
            <pc:docMk/>
            <pc:sldMk cId="2272387169" sldId="521"/>
            <ac:spMk id="4" creationId="{0D973817-3435-D140-9D0B-086DCE94B2D0}"/>
          </ac:spMkLst>
        </pc:spChg>
      </pc:sldChg>
    </pc:docChg>
  </pc:docChgLst>
  <pc:docChgLst>
    <pc:chgData name="Aura Marcela Arbelaez Aristizabal" userId="S::aura.arbelaez@upb.edu.co::7864ce29-9fa1-4492-9c09-fc56df2498ad" providerId="AD" clId="Web-{19A06A98-88CC-4578-8D63-7E471B8F58AD}"/>
    <pc:docChg chg="modSld">
      <pc:chgData name="Aura Marcela Arbelaez Aristizabal" userId="S::aura.arbelaez@upb.edu.co::7864ce29-9fa1-4492-9c09-fc56df2498ad" providerId="AD" clId="Web-{19A06A98-88CC-4578-8D63-7E471B8F58AD}" dt="2023-10-04T21:42:29.258" v="1" actId="1076"/>
      <pc:docMkLst>
        <pc:docMk/>
      </pc:docMkLst>
      <pc:sldChg chg="modSp">
        <pc:chgData name="Aura Marcela Arbelaez Aristizabal" userId="S::aura.arbelaez@upb.edu.co::7864ce29-9fa1-4492-9c09-fc56df2498ad" providerId="AD" clId="Web-{19A06A98-88CC-4578-8D63-7E471B8F58AD}" dt="2023-10-04T21:42:29.258" v="1" actId="1076"/>
        <pc:sldMkLst>
          <pc:docMk/>
          <pc:sldMk cId="1023501900" sldId="516"/>
        </pc:sldMkLst>
        <pc:spChg chg="mod">
          <ac:chgData name="Aura Marcela Arbelaez Aristizabal" userId="S::aura.arbelaez@upb.edu.co::7864ce29-9fa1-4492-9c09-fc56df2498ad" providerId="AD" clId="Web-{19A06A98-88CC-4578-8D63-7E471B8F58AD}" dt="2023-10-04T21:42:29.258" v="1" actId="1076"/>
          <ac:spMkLst>
            <pc:docMk/>
            <pc:sldMk cId="1023501900" sldId="516"/>
            <ac:spMk id="6" creationId="{56163075-D696-5B47-A43B-C769A8AFCB5B}"/>
          </ac:spMkLst>
        </pc:spChg>
      </pc:sldChg>
    </pc:docChg>
  </pc:docChgLst>
  <pc:docChgLst>
    <pc:chgData name="Miguel Angel Perez Franco" userId="S::miguel.perezf@upb.edu.co::031b2e4b-ac2b-49c4-9663-1b9bf173fdbc" providerId="AD" clId="Web-{F0ABA6A5-83F5-466D-8C8A-B920ED036303}"/>
    <pc:docChg chg="modSld">
      <pc:chgData name="Miguel Angel Perez Franco" userId="S::miguel.perezf@upb.edu.co::031b2e4b-ac2b-49c4-9663-1b9bf173fdbc" providerId="AD" clId="Web-{F0ABA6A5-83F5-466D-8C8A-B920ED036303}" dt="2023-03-28T15:43:52.613" v="0" actId="1076"/>
      <pc:docMkLst>
        <pc:docMk/>
      </pc:docMkLst>
      <pc:sldChg chg="modSp">
        <pc:chgData name="Miguel Angel Perez Franco" userId="S::miguel.perezf@upb.edu.co::031b2e4b-ac2b-49c4-9663-1b9bf173fdbc" providerId="AD" clId="Web-{F0ABA6A5-83F5-466D-8C8A-B920ED036303}" dt="2023-03-28T15:43:52.613" v="0" actId="1076"/>
        <pc:sldMkLst>
          <pc:docMk/>
          <pc:sldMk cId="1018717736" sldId="518"/>
        </pc:sldMkLst>
        <pc:spChg chg="mod">
          <ac:chgData name="Miguel Angel Perez Franco" userId="S::miguel.perezf@upb.edu.co::031b2e4b-ac2b-49c4-9663-1b9bf173fdbc" providerId="AD" clId="Web-{F0ABA6A5-83F5-466D-8C8A-B920ED036303}" dt="2023-03-28T15:43:52.613" v="0" actId="1076"/>
          <ac:spMkLst>
            <pc:docMk/>
            <pc:sldMk cId="1018717736" sldId="518"/>
            <ac:spMk id="6" creationId="{56163075-D696-5B47-A43B-C769A8AFCB5B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24A12D-D83A-42EA-893D-BD8968CD07A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8184D00-58D9-42E4-929E-FDD9A7803E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/>
            <a:t>Teorico: ARQUITECTURA DE CAPTURA, EXTRACCIÓN Y TRANSFORMACIÓN </a:t>
          </a:r>
          <a:endParaRPr lang="en-US"/>
        </a:p>
      </dgm:t>
    </dgm:pt>
    <dgm:pt modelId="{55D09F8B-E6EF-443C-86BE-8E177783CC9D}" type="parTrans" cxnId="{C1503AAF-C385-4DF1-94C8-FDE289A056A3}">
      <dgm:prSet/>
      <dgm:spPr/>
      <dgm:t>
        <a:bodyPr/>
        <a:lstStyle/>
        <a:p>
          <a:endParaRPr lang="en-US"/>
        </a:p>
      </dgm:t>
    </dgm:pt>
    <dgm:pt modelId="{6A7D19CD-2471-4889-8AA0-ABE06E796E2E}" type="sibTrans" cxnId="{C1503AAF-C385-4DF1-94C8-FDE289A056A3}">
      <dgm:prSet/>
      <dgm:spPr/>
      <dgm:t>
        <a:bodyPr/>
        <a:lstStyle/>
        <a:p>
          <a:endParaRPr lang="en-US"/>
        </a:p>
      </dgm:t>
    </dgm:pt>
    <dgm:pt modelId="{5AC45222-430D-4B61-9A59-CFC7A696060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/>
            <a:t>Práctico: ASESORÍA PERSONALIZADA EN LA APLICACIÓN 1 DE EJEMPLO PARA LA CAPTURA Y ALMACENAMIENTO</a:t>
          </a:r>
          <a:endParaRPr lang="en-US"/>
        </a:p>
      </dgm:t>
    </dgm:pt>
    <dgm:pt modelId="{D3F9A38B-51D2-49F2-BCD4-96D7FBBE72A0}" type="parTrans" cxnId="{2E2A1651-00AA-4188-B9E2-3028A9416C6E}">
      <dgm:prSet/>
      <dgm:spPr/>
      <dgm:t>
        <a:bodyPr/>
        <a:lstStyle/>
        <a:p>
          <a:endParaRPr lang="en-US"/>
        </a:p>
      </dgm:t>
    </dgm:pt>
    <dgm:pt modelId="{A2A40F53-FF50-4301-B7CA-307FD25C2E5C}" type="sibTrans" cxnId="{2E2A1651-00AA-4188-B9E2-3028A9416C6E}">
      <dgm:prSet/>
      <dgm:spPr/>
      <dgm:t>
        <a:bodyPr/>
        <a:lstStyle/>
        <a:p>
          <a:endParaRPr lang="en-US"/>
        </a:p>
      </dgm:t>
    </dgm:pt>
    <dgm:pt modelId="{C5216B9D-3087-405C-BE30-2E3EC6C9C9D7}" type="pres">
      <dgm:prSet presAssocID="{2A24A12D-D83A-42EA-893D-BD8968CD07AE}" presName="root" presStyleCnt="0">
        <dgm:presLayoutVars>
          <dgm:dir/>
          <dgm:resizeHandles val="exact"/>
        </dgm:presLayoutVars>
      </dgm:prSet>
      <dgm:spPr/>
    </dgm:pt>
    <dgm:pt modelId="{61ACC2D8-D941-4F24-87F9-86043CB78EFC}" type="pres">
      <dgm:prSet presAssocID="{58184D00-58D9-42E4-929E-FDD9A7803EEF}" presName="compNode" presStyleCnt="0"/>
      <dgm:spPr/>
    </dgm:pt>
    <dgm:pt modelId="{C240A140-3357-42CF-8681-288676C9C93E}" type="pres">
      <dgm:prSet presAssocID="{58184D00-58D9-42E4-929E-FDD9A7803EEF}" presName="iconBgRect" presStyleLbl="bgShp" presStyleIdx="0" presStyleCnt="2"/>
      <dgm:spPr/>
    </dgm:pt>
    <dgm:pt modelId="{835CA930-52E1-4343-9A8B-797607A8504B}" type="pres">
      <dgm:prSet presAssocID="{58184D00-58D9-42E4-929E-FDD9A7803EE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DB7C62F-0E1F-46BB-80F1-C3C6D7D4F32C}" type="pres">
      <dgm:prSet presAssocID="{58184D00-58D9-42E4-929E-FDD9A7803EEF}" presName="spaceRect" presStyleCnt="0"/>
      <dgm:spPr/>
    </dgm:pt>
    <dgm:pt modelId="{D83B8F7B-D061-457B-9FEB-53A0FEC6C04C}" type="pres">
      <dgm:prSet presAssocID="{58184D00-58D9-42E4-929E-FDD9A7803EEF}" presName="textRect" presStyleLbl="revTx" presStyleIdx="0" presStyleCnt="2">
        <dgm:presLayoutVars>
          <dgm:chMax val="1"/>
          <dgm:chPref val="1"/>
        </dgm:presLayoutVars>
      </dgm:prSet>
      <dgm:spPr/>
    </dgm:pt>
    <dgm:pt modelId="{D2BB7C0D-6CBC-4676-8530-5BBE6B7088E9}" type="pres">
      <dgm:prSet presAssocID="{6A7D19CD-2471-4889-8AA0-ABE06E796E2E}" presName="sibTrans" presStyleCnt="0"/>
      <dgm:spPr/>
    </dgm:pt>
    <dgm:pt modelId="{71A991A1-448C-442D-9E77-B1953839E530}" type="pres">
      <dgm:prSet presAssocID="{5AC45222-430D-4B61-9A59-CFC7A696060E}" presName="compNode" presStyleCnt="0"/>
      <dgm:spPr/>
    </dgm:pt>
    <dgm:pt modelId="{127C34D9-9982-427A-9007-D605C6B43FD7}" type="pres">
      <dgm:prSet presAssocID="{5AC45222-430D-4B61-9A59-CFC7A696060E}" presName="iconBgRect" presStyleLbl="bgShp" presStyleIdx="1" presStyleCnt="2"/>
      <dgm:spPr/>
    </dgm:pt>
    <dgm:pt modelId="{D18B46C6-681C-4831-B253-53D668FCF12C}" type="pres">
      <dgm:prSet presAssocID="{5AC45222-430D-4B61-9A59-CFC7A696060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D0CD8D6-F753-480F-AF1E-0C730DA768D0}" type="pres">
      <dgm:prSet presAssocID="{5AC45222-430D-4B61-9A59-CFC7A696060E}" presName="spaceRect" presStyleCnt="0"/>
      <dgm:spPr/>
    </dgm:pt>
    <dgm:pt modelId="{DAAB6E77-1AAF-4EA6-8A84-4DCF7366FE7D}" type="pres">
      <dgm:prSet presAssocID="{5AC45222-430D-4B61-9A59-CFC7A696060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781330D-A9BC-49E4-A9EC-A24A8A2CD276}" type="presOf" srcId="{2A24A12D-D83A-42EA-893D-BD8968CD07AE}" destId="{C5216B9D-3087-405C-BE30-2E3EC6C9C9D7}" srcOrd="0" destOrd="0" presId="urn:microsoft.com/office/officeart/2018/5/layout/IconCircleLabelList"/>
    <dgm:cxn modelId="{2E2A1651-00AA-4188-B9E2-3028A9416C6E}" srcId="{2A24A12D-D83A-42EA-893D-BD8968CD07AE}" destId="{5AC45222-430D-4B61-9A59-CFC7A696060E}" srcOrd="1" destOrd="0" parTransId="{D3F9A38B-51D2-49F2-BCD4-96D7FBBE72A0}" sibTransId="{A2A40F53-FF50-4301-B7CA-307FD25C2E5C}"/>
    <dgm:cxn modelId="{C1503AAF-C385-4DF1-94C8-FDE289A056A3}" srcId="{2A24A12D-D83A-42EA-893D-BD8968CD07AE}" destId="{58184D00-58D9-42E4-929E-FDD9A7803EEF}" srcOrd="0" destOrd="0" parTransId="{55D09F8B-E6EF-443C-86BE-8E177783CC9D}" sibTransId="{6A7D19CD-2471-4889-8AA0-ABE06E796E2E}"/>
    <dgm:cxn modelId="{DBB6E5CF-F984-470E-B389-C7A245583594}" type="presOf" srcId="{58184D00-58D9-42E4-929E-FDD9A7803EEF}" destId="{D83B8F7B-D061-457B-9FEB-53A0FEC6C04C}" srcOrd="0" destOrd="0" presId="urn:microsoft.com/office/officeart/2018/5/layout/IconCircleLabelList"/>
    <dgm:cxn modelId="{7CA979F8-FDAD-499D-8C3E-5CB548DCBDA9}" type="presOf" srcId="{5AC45222-430D-4B61-9A59-CFC7A696060E}" destId="{DAAB6E77-1AAF-4EA6-8A84-4DCF7366FE7D}" srcOrd="0" destOrd="0" presId="urn:microsoft.com/office/officeart/2018/5/layout/IconCircleLabelList"/>
    <dgm:cxn modelId="{ED44DD4D-6351-4215-A34D-CA1111424A50}" type="presParOf" srcId="{C5216B9D-3087-405C-BE30-2E3EC6C9C9D7}" destId="{61ACC2D8-D941-4F24-87F9-86043CB78EFC}" srcOrd="0" destOrd="0" presId="urn:microsoft.com/office/officeart/2018/5/layout/IconCircleLabelList"/>
    <dgm:cxn modelId="{671BB003-EACE-490E-B8E9-1890AC31C601}" type="presParOf" srcId="{61ACC2D8-D941-4F24-87F9-86043CB78EFC}" destId="{C240A140-3357-42CF-8681-288676C9C93E}" srcOrd="0" destOrd="0" presId="urn:microsoft.com/office/officeart/2018/5/layout/IconCircleLabelList"/>
    <dgm:cxn modelId="{90A2B0B5-A358-4C1C-A915-1FA748DA4A11}" type="presParOf" srcId="{61ACC2D8-D941-4F24-87F9-86043CB78EFC}" destId="{835CA930-52E1-4343-9A8B-797607A8504B}" srcOrd="1" destOrd="0" presId="urn:microsoft.com/office/officeart/2018/5/layout/IconCircleLabelList"/>
    <dgm:cxn modelId="{F1780FB4-9676-4F10-BE86-9C1E1D8CF9EE}" type="presParOf" srcId="{61ACC2D8-D941-4F24-87F9-86043CB78EFC}" destId="{5DB7C62F-0E1F-46BB-80F1-C3C6D7D4F32C}" srcOrd="2" destOrd="0" presId="urn:microsoft.com/office/officeart/2018/5/layout/IconCircleLabelList"/>
    <dgm:cxn modelId="{5BFC707F-CA22-44BD-B68A-73B62E5E20F7}" type="presParOf" srcId="{61ACC2D8-D941-4F24-87F9-86043CB78EFC}" destId="{D83B8F7B-D061-457B-9FEB-53A0FEC6C04C}" srcOrd="3" destOrd="0" presId="urn:microsoft.com/office/officeart/2018/5/layout/IconCircleLabelList"/>
    <dgm:cxn modelId="{8F16BD7F-BECE-4F86-B33F-F6B8784964D4}" type="presParOf" srcId="{C5216B9D-3087-405C-BE30-2E3EC6C9C9D7}" destId="{D2BB7C0D-6CBC-4676-8530-5BBE6B7088E9}" srcOrd="1" destOrd="0" presId="urn:microsoft.com/office/officeart/2018/5/layout/IconCircleLabelList"/>
    <dgm:cxn modelId="{FEAE3E04-25BF-4757-9BBE-B5A6A9B52E3B}" type="presParOf" srcId="{C5216B9D-3087-405C-BE30-2E3EC6C9C9D7}" destId="{71A991A1-448C-442D-9E77-B1953839E530}" srcOrd="2" destOrd="0" presId="urn:microsoft.com/office/officeart/2018/5/layout/IconCircleLabelList"/>
    <dgm:cxn modelId="{BB984842-8167-433C-AE55-10FA9A6CB75B}" type="presParOf" srcId="{71A991A1-448C-442D-9E77-B1953839E530}" destId="{127C34D9-9982-427A-9007-D605C6B43FD7}" srcOrd="0" destOrd="0" presId="urn:microsoft.com/office/officeart/2018/5/layout/IconCircleLabelList"/>
    <dgm:cxn modelId="{8C7D4F92-FE5F-493D-92DF-23434F6C0292}" type="presParOf" srcId="{71A991A1-448C-442D-9E77-B1953839E530}" destId="{D18B46C6-681C-4831-B253-53D668FCF12C}" srcOrd="1" destOrd="0" presId="urn:microsoft.com/office/officeart/2018/5/layout/IconCircleLabelList"/>
    <dgm:cxn modelId="{67557549-4444-4C9C-B03E-E9910F547027}" type="presParOf" srcId="{71A991A1-448C-442D-9E77-B1953839E530}" destId="{5D0CD8D6-F753-480F-AF1E-0C730DA768D0}" srcOrd="2" destOrd="0" presId="urn:microsoft.com/office/officeart/2018/5/layout/IconCircleLabelList"/>
    <dgm:cxn modelId="{D17F2A09-A0BB-4EE2-942C-C85E2D944705}" type="presParOf" srcId="{71A991A1-448C-442D-9E77-B1953839E530}" destId="{DAAB6E77-1AAF-4EA6-8A84-4DCF7366FE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512738-8167-6847-9F81-27F566A539DF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5FAB0E7-1D4B-BE45-90AA-FAECD44F851B}">
      <dgm:prSet phldrT="[Texto]"/>
      <dgm:spPr/>
      <dgm:t>
        <a:bodyPr/>
        <a:lstStyle/>
        <a:p>
          <a:r>
            <a:rPr lang="es-ES"/>
            <a:t>Negocio</a:t>
          </a:r>
        </a:p>
      </dgm:t>
    </dgm:pt>
    <dgm:pt modelId="{208656EF-07DF-0B48-8862-DB70D4E07057}" type="parTrans" cxnId="{16DFC51A-09FF-8845-A2F0-44D4C66D9F96}">
      <dgm:prSet/>
      <dgm:spPr/>
      <dgm:t>
        <a:bodyPr/>
        <a:lstStyle/>
        <a:p>
          <a:endParaRPr lang="es-ES"/>
        </a:p>
      </dgm:t>
    </dgm:pt>
    <dgm:pt modelId="{79F62F18-CF5B-714F-A68C-741EE472D6DC}" type="sibTrans" cxnId="{16DFC51A-09FF-8845-A2F0-44D4C66D9F96}">
      <dgm:prSet/>
      <dgm:spPr/>
      <dgm:t>
        <a:bodyPr/>
        <a:lstStyle/>
        <a:p>
          <a:endParaRPr lang="es-ES"/>
        </a:p>
      </dgm:t>
    </dgm:pt>
    <dgm:pt modelId="{656C3F48-8209-D743-A422-3E490C82F5FF}">
      <dgm:prSet phldrT="[Texto]"/>
      <dgm:spPr/>
      <dgm:t>
        <a:bodyPr/>
        <a:lstStyle/>
        <a:p>
          <a:r>
            <a:rPr lang="es-ES"/>
            <a:t>Que debe estimar</a:t>
          </a:r>
        </a:p>
      </dgm:t>
    </dgm:pt>
    <dgm:pt modelId="{72B551C6-93B5-A24E-8981-B0F36A1AF35E}" type="parTrans" cxnId="{55B77E88-F0ED-B44E-8CA0-8E76B3FBBECF}">
      <dgm:prSet/>
      <dgm:spPr/>
      <dgm:t>
        <a:bodyPr/>
        <a:lstStyle/>
        <a:p>
          <a:endParaRPr lang="es-ES"/>
        </a:p>
      </dgm:t>
    </dgm:pt>
    <dgm:pt modelId="{41B1828C-149E-4D4A-87C6-52D6587F13A5}" type="sibTrans" cxnId="{55B77E88-F0ED-B44E-8CA0-8E76B3FBBECF}">
      <dgm:prSet/>
      <dgm:spPr/>
      <dgm:t>
        <a:bodyPr/>
        <a:lstStyle/>
        <a:p>
          <a:endParaRPr lang="es-ES"/>
        </a:p>
      </dgm:t>
    </dgm:pt>
    <dgm:pt modelId="{50B2BF7C-430E-2C4E-9147-80598F4CFB9B}">
      <dgm:prSet phldrT="[Texto]"/>
      <dgm:spPr/>
      <dgm:t>
        <a:bodyPr/>
        <a:lstStyle/>
        <a:p>
          <a:r>
            <a:rPr lang="es-ES"/>
            <a:t>Determine los OUTCOMES</a:t>
          </a:r>
        </a:p>
      </dgm:t>
    </dgm:pt>
    <dgm:pt modelId="{E670B773-4F3B-4148-BCC1-9E56FEBAD0F8}" type="parTrans" cxnId="{A305EFC3-DBE0-0B48-8126-B0D4364C3FA7}">
      <dgm:prSet/>
      <dgm:spPr/>
      <dgm:t>
        <a:bodyPr/>
        <a:lstStyle/>
        <a:p>
          <a:endParaRPr lang="es-ES"/>
        </a:p>
      </dgm:t>
    </dgm:pt>
    <dgm:pt modelId="{19449771-3F97-A143-9187-7536EE90F592}" type="sibTrans" cxnId="{A305EFC3-DBE0-0B48-8126-B0D4364C3FA7}">
      <dgm:prSet/>
      <dgm:spPr/>
      <dgm:t>
        <a:bodyPr/>
        <a:lstStyle/>
        <a:p>
          <a:endParaRPr lang="es-ES"/>
        </a:p>
      </dgm:t>
    </dgm:pt>
    <dgm:pt modelId="{85407180-1FB3-3048-8FAB-8D59147E4BAC}">
      <dgm:prSet phldrT="[Texto]"/>
      <dgm:spPr/>
      <dgm:t>
        <a:bodyPr/>
        <a:lstStyle/>
        <a:p>
          <a:r>
            <a:rPr lang="es-ES"/>
            <a:t>Modelar</a:t>
          </a:r>
        </a:p>
      </dgm:t>
    </dgm:pt>
    <dgm:pt modelId="{79AF0A32-108A-7442-BFBE-EF50C7547B70}" type="parTrans" cxnId="{9F5684C2-2D4B-6346-9266-7063CA12841E}">
      <dgm:prSet/>
      <dgm:spPr/>
      <dgm:t>
        <a:bodyPr/>
        <a:lstStyle/>
        <a:p>
          <a:endParaRPr lang="es-ES"/>
        </a:p>
      </dgm:t>
    </dgm:pt>
    <dgm:pt modelId="{85EE54BE-53EB-BB40-9A47-0CE45D46D81E}" type="sibTrans" cxnId="{9F5684C2-2D4B-6346-9266-7063CA12841E}">
      <dgm:prSet/>
      <dgm:spPr/>
      <dgm:t>
        <a:bodyPr/>
        <a:lstStyle/>
        <a:p>
          <a:endParaRPr lang="es-ES"/>
        </a:p>
      </dgm:t>
    </dgm:pt>
    <dgm:pt modelId="{EC8F816E-4C76-3840-BEA0-9D2BA6F7AD87}">
      <dgm:prSet phldrT="[Texto]"/>
      <dgm:spPr/>
      <dgm:t>
        <a:bodyPr/>
        <a:lstStyle/>
        <a:p>
          <a:r>
            <a:rPr lang="es-ES"/>
            <a:t>Estudie el modelo de su sistema</a:t>
          </a:r>
        </a:p>
      </dgm:t>
    </dgm:pt>
    <dgm:pt modelId="{155A97FA-2472-594D-8390-883C877208E4}" type="parTrans" cxnId="{5FEE629B-09E7-7E43-976E-8BDE51AF69BB}">
      <dgm:prSet/>
      <dgm:spPr/>
      <dgm:t>
        <a:bodyPr/>
        <a:lstStyle/>
        <a:p>
          <a:endParaRPr lang="es-ES"/>
        </a:p>
      </dgm:t>
    </dgm:pt>
    <dgm:pt modelId="{A6A14874-9442-8246-8B3A-CEC8125B21C9}" type="sibTrans" cxnId="{5FEE629B-09E7-7E43-976E-8BDE51AF69BB}">
      <dgm:prSet/>
      <dgm:spPr/>
      <dgm:t>
        <a:bodyPr/>
        <a:lstStyle/>
        <a:p>
          <a:endParaRPr lang="es-ES"/>
        </a:p>
      </dgm:t>
    </dgm:pt>
    <dgm:pt modelId="{F4E7D25B-8BDF-9E4C-B85A-550108C0C914}">
      <dgm:prSet phldrT="[Texto]"/>
      <dgm:spPr/>
      <dgm:t>
        <a:bodyPr/>
        <a:lstStyle/>
        <a:p>
          <a:r>
            <a:rPr lang="es-ES"/>
            <a:t>Prepare en una herramienta la sistematización del modelo</a:t>
          </a:r>
        </a:p>
      </dgm:t>
    </dgm:pt>
    <dgm:pt modelId="{55E880E7-D706-264D-A3E2-D16EA32C2FD9}" type="parTrans" cxnId="{8536D3A4-E95B-5748-80BF-796603CF4371}">
      <dgm:prSet/>
      <dgm:spPr/>
      <dgm:t>
        <a:bodyPr/>
        <a:lstStyle/>
        <a:p>
          <a:endParaRPr lang="es-ES"/>
        </a:p>
      </dgm:t>
    </dgm:pt>
    <dgm:pt modelId="{559EA2DF-2763-EB40-B813-42AD2592BECE}" type="sibTrans" cxnId="{8536D3A4-E95B-5748-80BF-796603CF4371}">
      <dgm:prSet/>
      <dgm:spPr/>
      <dgm:t>
        <a:bodyPr/>
        <a:lstStyle/>
        <a:p>
          <a:endParaRPr lang="es-ES"/>
        </a:p>
      </dgm:t>
    </dgm:pt>
    <dgm:pt modelId="{865260F9-0CEA-7541-B26F-EECD46BC6B97}">
      <dgm:prSet phldrT="[Texto]"/>
      <dgm:spPr/>
      <dgm:t>
        <a:bodyPr/>
        <a:lstStyle/>
        <a:p>
          <a:r>
            <a:rPr lang="es-ES"/>
            <a:t>ETL</a:t>
          </a:r>
        </a:p>
      </dgm:t>
    </dgm:pt>
    <dgm:pt modelId="{0D2D53F3-88E8-AE46-A968-AB9B73432888}" type="parTrans" cxnId="{9E22D5C6-FE46-1C4F-993A-4847379C245E}">
      <dgm:prSet/>
      <dgm:spPr/>
      <dgm:t>
        <a:bodyPr/>
        <a:lstStyle/>
        <a:p>
          <a:endParaRPr lang="es-ES"/>
        </a:p>
      </dgm:t>
    </dgm:pt>
    <dgm:pt modelId="{E11FB2D5-62B0-0041-BDE0-8C26E9596DBD}" type="sibTrans" cxnId="{9E22D5C6-FE46-1C4F-993A-4847379C245E}">
      <dgm:prSet/>
      <dgm:spPr/>
      <dgm:t>
        <a:bodyPr/>
        <a:lstStyle/>
        <a:p>
          <a:endParaRPr lang="es-ES"/>
        </a:p>
      </dgm:t>
    </dgm:pt>
    <dgm:pt modelId="{6E353508-7657-AA43-B2FD-72034C76D294}">
      <dgm:prSet phldrT="[Texto]"/>
      <dgm:spPr/>
      <dgm:t>
        <a:bodyPr/>
        <a:lstStyle/>
        <a:p>
          <a:r>
            <a:rPr lang="es-ES"/>
            <a:t>Identifique la fuente de datos</a:t>
          </a:r>
        </a:p>
      </dgm:t>
    </dgm:pt>
    <dgm:pt modelId="{51F5D150-CF3F-BE45-86DC-E76A3289E389}" type="parTrans" cxnId="{9AE80AEE-60CE-EA41-AEC3-6B042676F0C0}">
      <dgm:prSet/>
      <dgm:spPr/>
      <dgm:t>
        <a:bodyPr/>
        <a:lstStyle/>
        <a:p>
          <a:endParaRPr lang="es-ES"/>
        </a:p>
      </dgm:t>
    </dgm:pt>
    <dgm:pt modelId="{C6CB5352-1846-AF40-951E-C57F61DB1E22}" type="sibTrans" cxnId="{9AE80AEE-60CE-EA41-AEC3-6B042676F0C0}">
      <dgm:prSet/>
      <dgm:spPr/>
      <dgm:t>
        <a:bodyPr/>
        <a:lstStyle/>
        <a:p>
          <a:endParaRPr lang="es-ES"/>
        </a:p>
      </dgm:t>
    </dgm:pt>
    <dgm:pt modelId="{04A01AB5-D3D9-B84C-A007-CC2DA170C898}">
      <dgm:prSet phldrT="[Texto]"/>
      <dgm:spPr/>
      <dgm:t>
        <a:bodyPr/>
        <a:lstStyle/>
        <a:p>
          <a:r>
            <a:rPr lang="es-ES"/>
            <a:t>Transforme los datos para las entradas del sistema</a:t>
          </a:r>
        </a:p>
      </dgm:t>
    </dgm:pt>
    <dgm:pt modelId="{32D095FC-E950-0544-9D70-DC1F9E4B5F5C}" type="parTrans" cxnId="{F0A26E0A-2B05-0B44-92A0-F5BA2FC0C84C}">
      <dgm:prSet/>
      <dgm:spPr/>
      <dgm:t>
        <a:bodyPr/>
        <a:lstStyle/>
        <a:p>
          <a:endParaRPr lang="es-ES"/>
        </a:p>
      </dgm:t>
    </dgm:pt>
    <dgm:pt modelId="{54CA329C-7285-A641-979A-C33A641CAF9F}" type="sibTrans" cxnId="{F0A26E0A-2B05-0B44-92A0-F5BA2FC0C84C}">
      <dgm:prSet/>
      <dgm:spPr/>
      <dgm:t>
        <a:bodyPr/>
        <a:lstStyle/>
        <a:p>
          <a:endParaRPr lang="es-ES"/>
        </a:p>
      </dgm:t>
    </dgm:pt>
    <dgm:pt modelId="{3F060BAB-CA9F-AF43-BF29-24B8575CD263}">
      <dgm:prSet phldrT="[Texto]"/>
      <dgm:spPr/>
      <dgm:t>
        <a:bodyPr/>
        <a:lstStyle/>
        <a:p>
          <a:r>
            <a:rPr lang="es-ES"/>
            <a:t>Cargue el modelo con los datos</a:t>
          </a:r>
        </a:p>
      </dgm:t>
    </dgm:pt>
    <dgm:pt modelId="{A94259DA-3B8F-9148-BF72-2FA9EEDD96D4}" type="parTrans" cxnId="{1F8F3CD4-332A-3946-949C-F2A2B330DA3F}">
      <dgm:prSet/>
      <dgm:spPr/>
      <dgm:t>
        <a:bodyPr/>
        <a:lstStyle/>
        <a:p>
          <a:endParaRPr lang="es-ES"/>
        </a:p>
      </dgm:t>
    </dgm:pt>
    <dgm:pt modelId="{3FC1B3C4-2804-B548-A9CB-7033168C23C1}" type="sibTrans" cxnId="{1F8F3CD4-332A-3946-949C-F2A2B330DA3F}">
      <dgm:prSet/>
      <dgm:spPr/>
      <dgm:t>
        <a:bodyPr/>
        <a:lstStyle/>
        <a:p>
          <a:endParaRPr lang="es-ES"/>
        </a:p>
      </dgm:t>
    </dgm:pt>
    <dgm:pt modelId="{DE7D0B30-99DB-A646-B6F8-5F0FC7AE8B89}" type="pres">
      <dgm:prSet presAssocID="{CB512738-8167-6847-9F81-27F566A539DF}" presName="theList" presStyleCnt="0">
        <dgm:presLayoutVars>
          <dgm:dir/>
          <dgm:animLvl val="lvl"/>
          <dgm:resizeHandles val="exact"/>
        </dgm:presLayoutVars>
      </dgm:prSet>
      <dgm:spPr/>
    </dgm:pt>
    <dgm:pt modelId="{4773FE83-6634-384C-B8EA-9E8B4E020F99}" type="pres">
      <dgm:prSet presAssocID="{25FAB0E7-1D4B-BE45-90AA-FAECD44F851B}" presName="compNode" presStyleCnt="0"/>
      <dgm:spPr/>
    </dgm:pt>
    <dgm:pt modelId="{881B319B-FF0E-964F-9F99-074475D97208}" type="pres">
      <dgm:prSet presAssocID="{25FAB0E7-1D4B-BE45-90AA-FAECD44F851B}" presName="noGeometry" presStyleCnt="0"/>
      <dgm:spPr/>
    </dgm:pt>
    <dgm:pt modelId="{4D0352FC-2B73-0A43-B5E2-9632365770C8}" type="pres">
      <dgm:prSet presAssocID="{25FAB0E7-1D4B-BE45-90AA-FAECD44F851B}" presName="childTextVisible" presStyleLbl="bgAccFollowNode1" presStyleIdx="0" presStyleCnt="3">
        <dgm:presLayoutVars>
          <dgm:bulletEnabled val="1"/>
        </dgm:presLayoutVars>
      </dgm:prSet>
      <dgm:spPr/>
    </dgm:pt>
    <dgm:pt modelId="{4990F2D1-9573-F442-A7F0-52E8279E1ECB}" type="pres">
      <dgm:prSet presAssocID="{25FAB0E7-1D4B-BE45-90AA-FAECD44F851B}" presName="childTextHidden" presStyleLbl="bgAccFollowNode1" presStyleIdx="0" presStyleCnt="3"/>
      <dgm:spPr/>
    </dgm:pt>
    <dgm:pt modelId="{37862C5E-A961-1545-9CC8-F1F7912EF8B6}" type="pres">
      <dgm:prSet presAssocID="{25FAB0E7-1D4B-BE45-90AA-FAECD44F851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BBADC89-A62C-6B41-8046-66CEF403C750}" type="pres">
      <dgm:prSet presAssocID="{25FAB0E7-1D4B-BE45-90AA-FAECD44F851B}" presName="aSpace" presStyleCnt="0"/>
      <dgm:spPr/>
    </dgm:pt>
    <dgm:pt modelId="{39025206-2E04-254A-A410-E1353EB0E302}" type="pres">
      <dgm:prSet presAssocID="{85407180-1FB3-3048-8FAB-8D59147E4BAC}" presName="compNode" presStyleCnt="0"/>
      <dgm:spPr/>
    </dgm:pt>
    <dgm:pt modelId="{97721A41-48E4-0548-A11C-B6465583BD66}" type="pres">
      <dgm:prSet presAssocID="{85407180-1FB3-3048-8FAB-8D59147E4BAC}" presName="noGeometry" presStyleCnt="0"/>
      <dgm:spPr/>
    </dgm:pt>
    <dgm:pt modelId="{10F1CAAB-2F69-3F4D-A775-49129623F54F}" type="pres">
      <dgm:prSet presAssocID="{85407180-1FB3-3048-8FAB-8D59147E4BAC}" presName="childTextVisible" presStyleLbl="bgAccFollowNode1" presStyleIdx="1" presStyleCnt="3">
        <dgm:presLayoutVars>
          <dgm:bulletEnabled val="1"/>
        </dgm:presLayoutVars>
      </dgm:prSet>
      <dgm:spPr/>
    </dgm:pt>
    <dgm:pt modelId="{7596F92B-19AB-EB4E-B39D-CA6A1B5574EB}" type="pres">
      <dgm:prSet presAssocID="{85407180-1FB3-3048-8FAB-8D59147E4BAC}" presName="childTextHidden" presStyleLbl="bgAccFollowNode1" presStyleIdx="1" presStyleCnt="3"/>
      <dgm:spPr/>
    </dgm:pt>
    <dgm:pt modelId="{2A2DF8AB-2688-2A42-82BE-9CD2271F2A1A}" type="pres">
      <dgm:prSet presAssocID="{85407180-1FB3-3048-8FAB-8D59147E4BA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77034B6-2AA6-5A4C-A07A-3FB49A94D375}" type="pres">
      <dgm:prSet presAssocID="{85407180-1FB3-3048-8FAB-8D59147E4BAC}" presName="aSpace" presStyleCnt="0"/>
      <dgm:spPr/>
    </dgm:pt>
    <dgm:pt modelId="{0EE606B6-A664-7E42-96AC-532C6E8BFCA5}" type="pres">
      <dgm:prSet presAssocID="{865260F9-0CEA-7541-B26F-EECD46BC6B97}" presName="compNode" presStyleCnt="0"/>
      <dgm:spPr/>
    </dgm:pt>
    <dgm:pt modelId="{BA544914-E667-1949-999C-962B4896AE88}" type="pres">
      <dgm:prSet presAssocID="{865260F9-0CEA-7541-B26F-EECD46BC6B97}" presName="noGeometry" presStyleCnt="0"/>
      <dgm:spPr/>
    </dgm:pt>
    <dgm:pt modelId="{D688FD96-06DF-8843-88F9-52ECCDCC0469}" type="pres">
      <dgm:prSet presAssocID="{865260F9-0CEA-7541-B26F-EECD46BC6B97}" presName="childTextVisible" presStyleLbl="bgAccFollowNode1" presStyleIdx="2" presStyleCnt="3">
        <dgm:presLayoutVars>
          <dgm:bulletEnabled val="1"/>
        </dgm:presLayoutVars>
      </dgm:prSet>
      <dgm:spPr/>
    </dgm:pt>
    <dgm:pt modelId="{7A54D8C3-03FA-484B-B5D2-BD5234EECFCA}" type="pres">
      <dgm:prSet presAssocID="{865260F9-0CEA-7541-B26F-EECD46BC6B97}" presName="childTextHidden" presStyleLbl="bgAccFollowNode1" presStyleIdx="2" presStyleCnt="3"/>
      <dgm:spPr/>
    </dgm:pt>
    <dgm:pt modelId="{E2E326C6-E784-EE4D-A3C8-0AD3927075F2}" type="pres">
      <dgm:prSet presAssocID="{865260F9-0CEA-7541-B26F-EECD46BC6B97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DC569409-6EFA-5742-B4FC-081443F3A94D}" type="presOf" srcId="{25FAB0E7-1D4B-BE45-90AA-FAECD44F851B}" destId="{37862C5E-A961-1545-9CC8-F1F7912EF8B6}" srcOrd="0" destOrd="0" presId="urn:microsoft.com/office/officeart/2005/8/layout/hProcess6"/>
    <dgm:cxn modelId="{F0A26E0A-2B05-0B44-92A0-F5BA2FC0C84C}" srcId="{865260F9-0CEA-7541-B26F-EECD46BC6B97}" destId="{04A01AB5-D3D9-B84C-A007-CC2DA170C898}" srcOrd="1" destOrd="0" parTransId="{32D095FC-E950-0544-9D70-DC1F9E4B5F5C}" sibTransId="{54CA329C-7285-A641-979A-C33A641CAF9F}"/>
    <dgm:cxn modelId="{B0E4AF0C-7152-F14F-818E-196D56384B27}" type="presOf" srcId="{656C3F48-8209-D743-A422-3E490C82F5FF}" destId="{4D0352FC-2B73-0A43-B5E2-9632365770C8}" srcOrd="0" destOrd="0" presId="urn:microsoft.com/office/officeart/2005/8/layout/hProcess6"/>
    <dgm:cxn modelId="{37C49D13-91DE-534E-BCBB-6BA2AED20220}" type="presOf" srcId="{F4E7D25B-8BDF-9E4C-B85A-550108C0C914}" destId="{10F1CAAB-2F69-3F4D-A775-49129623F54F}" srcOrd="0" destOrd="1" presId="urn:microsoft.com/office/officeart/2005/8/layout/hProcess6"/>
    <dgm:cxn modelId="{16DFC51A-09FF-8845-A2F0-44D4C66D9F96}" srcId="{CB512738-8167-6847-9F81-27F566A539DF}" destId="{25FAB0E7-1D4B-BE45-90AA-FAECD44F851B}" srcOrd="0" destOrd="0" parTransId="{208656EF-07DF-0B48-8862-DB70D4E07057}" sibTransId="{79F62F18-CF5B-714F-A68C-741EE472D6DC}"/>
    <dgm:cxn modelId="{46F08E20-7675-1042-BA57-6BDDD2D47D2C}" type="presOf" srcId="{CB512738-8167-6847-9F81-27F566A539DF}" destId="{DE7D0B30-99DB-A646-B6F8-5F0FC7AE8B89}" srcOrd="0" destOrd="0" presId="urn:microsoft.com/office/officeart/2005/8/layout/hProcess6"/>
    <dgm:cxn modelId="{B626EA2C-EB94-D341-9BB5-B15EB32760A3}" type="presOf" srcId="{865260F9-0CEA-7541-B26F-EECD46BC6B97}" destId="{E2E326C6-E784-EE4D-A3C8-0AD3927075F2}" srcOrd="0" destOrd="0" presId="urn:microsoft.com/office/officeart/2005/8/layout/hProcess6"/>
    <dgm:cxn modelId="{EE231A32-42A8-7141-ABB1-CF850369E3F9}" type="presOf" srcId="{85407180-1FB3-3048-8FAB-8D59147E4BAC}" destId="{2A2DF8AB-2688-2A42-82BE-9CD2271F2A1A}" srcOrd="0" destOrd="0" presId="urn:microsoft.com/office/officeart/2005/8/layout/hProcess6"/>
    <dgm:cxn modelId="{70C1B73E-F77A-1747-BC2D-5F462DA72841}" type="presOf" srcId="{656C3F48-8209-D743-A422-3E490C82F5FF}" destId="{4990F2D1-9573-F442-A7F0-52E8279E1ECB}" srcOrd="1" destOrd="0" presId="urn:microsoft.com/office/officeart/2005/8/layout/hProcess6"/>
    <dgm:cxn modelId="{17ED5543-8A84-4940-877D-121A1A72B5B6}" type="presOf" srcId="{F4E7D25B-8BDF-9E4C-B85A-550108C0C914}" destId="{7596F92B-19AB-EB4E-B39D-CA6A1B5574EB}" srcOrd="1" destOrd="1" presId="urn:microsoft.com/office/officeart/2005/8/layout/hProcess6"/>
    <dgm:cxn modelId="{A52AC747-DA46-DB4A-B6BA-521F00E4BD98}" type="presOf" srcId="{EC8F816E-4C76-3840-BEA0-9D2BA6F7AD87}" destId="{10F1CAAB-2F69-3F4D-A775-49129623F54F}" srcOrd="0" destOrd="0" presId="urn:microsoft.com/office/officeart/2005/8/layout/hProcess6"/>
    <dgm:cxn modelId="{DCADAC6E-BD3C-8341-873B-438A99726FD5}" type="presOf" srcId="{6E353508-7657-AA43-B2FD-72034C76D294}" destId="{7A54D8C3-03FA-484B-B5D2-BD5234EECFCA}" srcOrd="1" destOrd="0" presId="urn:microsoft.com/office/officeart/2005/8/layout/hProcess6"/>
    <dgm:cxn modelId="{43B18655-E50C-0642-B7A1-CD8245FC7702}" type="presOf" srcId="{04A01AB5-D3D9-B84C-A007-CC2DA170C898}" destId="{7A54D8C3-03FA-484B-B5D2-BD5234EECFCA}" srcOrd="1" destOrd="1" presId="urn:microsoft.com/office/officeart/2005/8/layout/hProcess6"/>
    <dgm:cxn modelId="{E207D786-F535-C74A-A8CB-F383E393E4AC}" type="presOf" srcId="{50B2BF7C-430E-2C4E-9147-80598F4CFB9B}" destId="{4D0352FC-2B73-0A43-B5E2-9632365770C8}" srcOrd="0" destOrd="1" presId="urn:microsoft.com/office/officeart/2005/8/layout/hProcess6"/>
    <dgm:cxn modelId="{55B77E88-F0ED-B44E-8CA0-8E76B3FBBECF}" srcId="{25FAB0E7-1D4B-BE45-90AA-FAECD44F851B}" destId="{656C3F48-8209-D743-A422-3E490C82F5FF}" srcOrd="0" destOrd="0" parTransId="{72B551C6-93B5-A24E-8981-B0F36A1AF35E}" sibTransId="{41B1828C-149E-4D4A-87C6-52D6587F13A5}"/>
    <dgm:cxn modelId="{5FEE629B-09E7-7E43-976E-8BDE51AF69BB}" srcId="{85407180-1FB3-3048-8FAB-8D59147E4BAC}" destId="{EC8F816E-4C76-3840-BEA0-9D2BA6F7AD87}" srcOrd="0" destOrd="0" parTransId="{155A97FA-2472-594D-8390-883C877208E4}" sibTransId="{A6A14874-9442-8246-8B3A-CEC8125B21C9}"/>
    <dgm:cxn modelId="{8536D3A4-E95B-5748-80BF-796603CF4371}" srcId="{85407180-1FB3-3048-8FAB-8D59147E4BAC}" destId="{F4E7D25B-8BDF-9E4C-B85A-550108C0C914}" srcOrd="1" destOrd="0" parTransId="{55E880E7-D706-264D-A3E2-D16EA32C2FD9}" sibTransId="{559EA2DF-2763-EB40-B813-42AD2592BECE}"/>
    <dgm:cxn modelId="{5606ECC0-E540-F048-AC1A-AFA5D8FCDAA2}" type="presOf" srcId="{EC8F816E-4C76-3840-BEA0-9D2BA6F7AD87}" destId="{7596F92B-19AB-EB4E-B39D-CA6A1B5574EB}" srcOrd="1" destOrd="0" presId="urn:microsoft.com/office/officeart/2005/8/layout/hProcess6"/>
    <dgm:cxn modelId="{9F5684C2-2D4B-6346-9266-7063CA12841E}" srcId="{CB512738-8167-6847-9F81-27F566A539DF}" destId="{85407180-1FB3-3048-8FAB-8D59147E4BAC}" srcOrd="1" destOrd="0" parTransId="{79AF0A32-108A-7442-BFBE-EF50C7547B70}" sibTransId="{85EE54BE-53EB-BB40-9A47-0CE45D46D81E}"/>
    <dgm:cxn modelId="{4BAE44C3-87A1-214C-A0FD-33A35FF1D0D2}" type="presOf" srcId="{04A01AB5-D3D9-B84C-A007-CC2DA170C898}" destId="{D688FD96-06DF-8843-88F9-52ECCDCC0469}" srcOrd="0" destOrd="1" presId="urn:microsoft.com/office/officeart/2005/8/layout/hProcess6"/>
    <dgm:cxn modelId="{A305EFC3-DBE0-0B48-8126-B0D4364C3FA7}" srcId="{25FAB0E7-1D4B-BE45-90AA-FAECD44F851B}" destId="{50B2BF7C-430E-2C4E-9147-80598F4CFB9B}" srcOrd="1" destOrd="0" parTransId="{E670B773-4F3B-4148-BCC1-9E56FEBAD0F8}" sibTransId="{19449771-3F97-A143-9187-7536EE90F592}"/>
    <dgm:cxn modelId="{9E22D5C6-FE46-1C4F-993A-4847379C245E}" srcId="{CB512738-8167-6847-9F81-27F566A539DF}" destId="{865260F9-0CEA-7541-B26F-EECD46BC6B97}" srcOrd="2" destOrd="0" parTransId="{0D2D53F3-88E8-AE46-A968-AB9B73432888}" sibTransId="{E11FB2D5-62B0-0041-BDE0-8C26E9596DBD}"/>
    <dgm:cxn modelId="{1F8F3CD4-332A-3946-949C-F2A2B330DA3F}" srcId="{865260F9-0CEA-7541-B26F-EECD46BC6B97}" destId="{3F060BAB-CA9F-AF43-BF29-24B8575CD263}" srcOrd="2" destOrd="0" parTransId="{A94259DA-3B8F-9148-BF72-2FA9EEDD96D4}" sibTransId="{3FC1B3C4-2804-B548-A9CB-7033168C23C1}"/>
    <dgm:cxn modelId="{914071D6-ED77-454C-A900-AC13DA8D1950}" type="presOf" srcId="{3F060BAB-CA9F-AF43-BF29-24B8575CD263}" destId="{D688FD96-06DF-8843-88F9-52ECCDCC0469}" srcOrd="0" destOrd="2" presId="urn:microsoft.com/office/officeart/2005/8/layout/hProcess6"/>
    <dgm:cxn modelId="{5024E9E5-9D14-8D4D-A170-66CEB6FA5923}" type="presOf" srcId="{3F060BAB-CA9F-AF43-BF29-24B8575CD263}" destId="{7A54D8C3-03FA-484B-B5D2-BD5234EECFCA}" srcOrd="1" destOrd="2" presId="urn:microsoft.com/office/officeart/2005/8/layout/hProcess6"/>
    <dgm:cxn modelId="{9AE80AEE-60CE-EA41-AEC3-6B042676F0C0}" srcId="{865260F9-0CEA-7541-B26F-EECD46BC6B97}" destId="{6E353508-7657-AA43-B2FD-72034C76D294}" srcOrd="0" destOrd="0" parTransId="{51F5D150-CF3F-BE45-86DC-E76A3289E389}" sibTransId="{C6CB5352-1846-AF40-951E-C57F61DB1E22}"/>
    <dgm:cxn modelId="{2655E2FD-C15E-1E44-809C-D512F546F4B0}" type="presOf" srcId="{6E353508-7657-AA43-B2FD-72034C76D294}" destId="{D688FD96-06DF-8843-88F9-52ECCDCC0469}" srcOrd="0" destOrd="0" presId="urn:microsoft.com/office/officeart/2005/8/layout/hProcess6"/>
    <dgm:cxn modelId="{55194FFE-CF0A-9C4E-BEF1-4AAC1379B9EA}" type="presOf" srcId="{50B2BF7C-430E-2C4E-9147-80598F4CFB9B}" destId="{4990F2D1-9573-F442-A7F0-52E8279E1ECB}" srcOrd="1" destOrd="1" presId="urn:microsoft.com/office/officeart/2005/8/layout/hProcess6"/>
    <dgm:cxn modelId="{0120DA04-AE8F-D241-B0C5-E3D921CA9503}" type="presParOf" srcId="{DE7D0B30-99DB-A646-B6F8-5F0FC7AE8B89}" destId="{4773FE83-6634-384C-B8EA-9E8B4E020F99}" srcOrd="0" destOrd="0" presId="urn:microsoft.com/office/officeart/2005/8/layout/hProcess6"/>
    <dgm:cxn modelId="{3A69BDFC-C65E-8E45-AE58-D7B7B3D11379}" type="presParOf" srcId="{4773FE83-6634-384C-B8EA-9E8B4E020F99}" destId="{881B319B-FF0E-964F-9F99-074475D97208}" srcOrd="0" destOrd="0" presId="urn:microsoft.com/office/officeart/2005/8/layout/hProcess6"/>
    <dgm:cxn modelId="{12F7CF61-EFA9-E549-8125-A94878F3C570}" type="presParOf" srcId="{4773FE83-6634-384C-B8EA-9E8B4E020F99}" destId="{4D0352FC-2B73-0A43-B5E2-9632365770C8}" srcOrd="1" destOrd="0" presId="urn:microsoft.com/office/officeart/2005/8/layout/hProcess6"/>
    <dgm:cxn modelId="{F4782470-6C91-1447-80EE-E5BE3DBEE115}" type="presParOf" srcId="{4773FE83-6634-384C-B8EA-9E8B4E020F99}" destId="{4990F2D1-9573-F442-A7F0-52E8279E1ECB}" srcOrd="2" destOrd="0" presId="urn:microsoft.com/office/officeart/2005/8/layout/hProcess6"/>
    <dgm:cxn modelId="{340C58F9-A5C6-004F-AF04-712D9EA40F89}" type="presParOf" srcId="{4773FE83-6634-384C-B8EA-9E8B4E020F99}" destId="{37862C5E-A961-1545-9CC8-F1F7912EF8B6}" srcOrd="3" destOrd="0" presId="urn:microsoft.com/office/officeart/2005/8/layout/hProcess6"/>
    <dgm:cxn modelId="{D355230B-0AC7-0F4B-BECE-34F62E17D83C}" type="presParOf" srcId="{DE7D0B30-99DB-A646-B6F8-5F0FC7AE8B89}" destId="{2BBADC89-A62C-6B41-8046-66CEF403C750}" srcOrd="1" destOrd="0" presId="urn:microsoft.com/office/officeart/2005/8/layout/hProcess6"/>
    <dgm:cxn modelId="{118294C2-AD3C-DE4B-913A-FFBD3B3A2292}" type="presParOf" srcId="{DE7D0B30-99DB-A646-B6F8-5F0FC7AE8B89}" destId="{39025206-2E04-254A-A410-E1353EB0E302}" srcOrd="2" destOrd="0" presId="urn:microsoft.com/office/officeart/2005/8/layout/hProcess6"/>
    <dgm:cxn modelId="{F0F30423-42AD-7843-99E1-2503F804101D}" type="presParOf" srcId="{39025206-2E04-254A-A410-E1353EB0E302}" destId="{97721A41-48E4-0548-A11C-B6465583BD66}" srcOrd="0" destOrd="0" presId="urn:microsoft.com/office/officeart/2005/8/layout/hProcess6"/>
    <dgm:cxn modelId="{A9B1978D-09E8-8145-8474-DBBAECD628F2}" type="presParOf" srcId="{39025206-2E04-254A-A410-E1353EB0E302}" destId="{10F1CAAB-2F69-3F4D-A775-49129623F54F}" srcOrd="1" destOrd="0" presId="urn:microsoft.com/office/officeart/2005/8/layout/hProcess6"/>
    <dgm:cxn modelId="{FA709930-7DE1-1C4F-A643-008BA922300A}" type="presParOf" srcId="{39025206-2E04-254A-A410-E1353EB0E302}" destId="{7596F92B-19AB-EB4E-B39D-CA6A1B5574EB}" srcOrd="2" destOrd="0" presId="urn:microsoft.com/office/officeart/2005/8/layout/hProcess6"/>
    <dgm:cxn modelId="{02A27C21-C036-BD4B-A277-4BBEBB604C19}" type="presParOf" srcId="{39025206-2E04-254A-A410-E1353EB0E302}" destId="{2A2DF8AB-2688-2A42-82BE-9CD2271F2A1A}" srcOrd="3" destOrd="0" presId="urn:microsoft.com/office/officeart/2005/8/layout/hProcess6"/>
    <dgm:cxn modelId="{116CA4C9-E577-924D-90DB-6521B4EA3717}" type="presParOf" srcId="{DE7D0B30-99DB-A646-B6F8-5F0FC7AE8B89}" destId="{B77034B6-2AA6-5A4C-A07A-3FB49A94D375}" srcOrd="3" destOrd="0" presId="urn:microsoft.com/office/officeart/2005/8/layout/hProcess6"/>
    <dgm:cxn modelId="{4E9A375C-F077-0546-A553-AF58B3232907}" type="presParOf" srcId="{DE7D0B30-99DB-A646-B6F8-5F0FC7AE8B89}" destId="{0EE606B6-A664-7E42-96AC-532C6E8BFCA5}" srcOrd="4" destOrd="0" presId="urn:microsoft.com/office/officeart/2005/8/layout/hProcess6"/>
    <dgm:cxn modelId="{8DA3A751-2577-134B-8EBA-9EF58045372B}" type="presParOf" srcId="{0EE606B6-A664-7E42-96AC-532C6E8BFCA5}" destId="{BA544914-E667-1949-999C-962B4896AE88}" srcOrd="0" destOrd="0" presId="urn:microsoft.com/office/officeart/2005/8/layout/hProcess6"/>
    <dgm:cxn modelId="{D1E18C4C-6E77-C74A-B996-F43D8CB3022E}" type="presParOf" srcId="{0EE606B6-A664-7E42-96AC-532C6E8BFCA5}" destId="{D688FD96-06DF-8843-88F9-52ECCDCC0469}" srcOrd="1" destOrd="0" presId="urn:microsoft.com/office/officeart/2005/8/layout/hProcess6"/>
    <dgm:cxn modelId="{B76D6388-AA1E-ED43-9406-D882F403EBA8}" type="presParOf" srcId="{0EE606B6-A664-7E42-96AC-532C6E8BFCA5}" destId="{7A54D8C3-03FA-484B-B5D2-BD5234EECFCA}" srcOrd="2" destOrd="0" presId="urn:microsoft.com/office/officeart/2005/8/layout/hProcess6"/>
    <dgm:cxn modelId="{58CABCE3-2167-AA44-98C5-BD7631164F26}" type="presParOf" srcId="{0EE606B6-A664-7E42-96AC-532C6E8BFCA5}" destId="{E2E326C6-E784-EE4D-A3C8-0AD3927075F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0A140-3357-42CF-8681-288676C9C93E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CA930-52E1-4343-9A8B-797607A8504B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B8F7B-D061-457B-9FEB-53A0FEC6C04C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500" kern="1200"/>
            <a:t>Teorico: ARQUITECTURA DE CAPTURA, EXTRACCIÓN Y TRANSFORMACIÓN </a:t>
          </a:r>
          <a:endParaRPr lang="en-US" sz="1500" kern="1200"/>
        </a:p>
      </dsp:txBody>
      <dsp:txXfrm>
        <a:off x="1342800" y="3255669"/>
        <a:ext cx="3600000" cy="720000"/>
      </dsp:txXfrm>
    </dsp:sp>
    <dsp:sp modelId="{127C34D9-9982-427A-9007-D605C6B43FD7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B46C6-681C-4831-B253-53D668FCF12C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B6E77-1AAF-4EA6-8A84-4DCF7366FE7D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500" kern="1200"/>
            <a:t>Práctico: ASESORÍA PERSONALIZADA EN LA APLICACIÓN 1 DE EJEMPLO PARA LA CAPTURA Y ALMACENAMIENTO</a:t>
          </a:r>
          <a:endParaRPr lang="en-US" sz="1500" kern="1200"/>
        </a:p>
      </dsp:txBody>
      <dsp:txXfrm>
        <a:off x="5572800" y="32556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352FC-2B73-0A43-B5E2-9632365770C8}">
      <dsp:nvSpPr>
        <dsp:cNvPr id="0" name=""/>
        <dsp:cNvSpPr/>
      </dsp:nvSpPr>
      <dsp:spPr>
        <a:xfrm>
          <a:off x="753826" y="1135985"/>
          <a:ext cx="2992635" cy="261594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Que debe estimar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Determine los OUTCOMES</a:t>
          </a:r>
        </a:p>
      </dsp:txBody>
      <dsp:txXfrm>
        <a:off x="1501985" y="1528376"/>
        <a:ext cx="1458909" cy="1831158"/>
      </dsp:txXfrm>
    </dsp:sp>
    <dsp:sp modelId="{37862C5E-A961-1545-9CC8-F1F7912EF8B6}">
      <dsp:nvSpPr>
        <dsp:cNvPr id="0" name=""/>
        <dsp:cNvSpPr/>
      </dsp:nvSpPr>
      <dsp:spPr>
        <a:xfrm>
          <a:off x="5667" y="1695797"/>
          <a:ext cx="1496317" cy="14963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Negocio</a:t>
          </a:r>
        </a:p>
      </dsp:txBody>
      <dsp:txXfrm>
        <a:off x="224798" y="1914928"/>
        <a:ext cx="1058055" cy="1058055"/>
      </dsp:txXfrm>
    </dsp:sp>
    <dsp:sp modelId="{10F1CAAB-2F69-3F4D-A775-49129623F54F}">
      <dsp:nvSpPr>
        <dsp:cNvPr id="0" name=""/>
        <dsp:cNvSpPr/>
      </dsp:nvSpPr>
      <dsp:spPr>
        <a:xfrm>
          <a:off x="4681661" y="1135985"/>
          <a:ext cx="2992635" cy="261594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Estudie el modelo de su sistema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Prepare en una herramienta la sistematización del modelo</a:t>
          </a:r>
        </a:p>
      </dsp:txBody>
      <dsp:txXfrm>
        <a:off x="5429820" y="1528376"/>
        <a:ext cx="1458909" cy="1831158"/>
      </dsp:txXfrm>
    </dsp:sp>
    <dsp:sp modelId="{2A2DF8AB-2688-2A42-82BE-9CD2271F2A1A}">
      <dsp:nvSpPr>
        <dsp:cNvPr id="0" name=""/>
        <dsp:cNvSpPr/>
      </dsp:nvSpPr>
      <dsp:spPr>
        <a:xfrm>
          <a:off x="3933502" y="1695797"/>
          <a:ext cx="1496317" cy="14963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Modelar</a:t>
          </a:r>
        </a:p>
      </dsp:txBody>
      <dsp:txXfrm>
        <a:off x="4152633" y="1914928"/>
        <a:ext cx="1058055" cy="1058055"/>
      </dsp:txXfrm>
    </dsp:sp>
    <dsp:sp modelId="{D688FD96-06DF-8843-88F9-52ECCDCC0469}">
      <dsp:nvSpPr>
        <dsp:cNvPr id="0" name=""/>
        <dsp:cNvSpPr/>
      </dsp:nvSpPr>
      <dsp:spPr>
        <a:xfrm>
          <a:off x="8609496" y="1135985"/>
          <a:ext cx="2992635" cy="261594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Identifique la fuente de datos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Transforme los datos para las entradas del sistema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Cargue el modelo con los datos</a:t>
          </a:r>
        </a:p>
      </dsp:txBody>
      <dsp:txXfrm>
        <a:off x="9357655" y="1528376"/>
        <a:ext cx="1458909" cy="1831158"/>
      </dsp:txXfrm>
    </dsp:sp>
    <dsp:sp modelId="{E2E326C6-E784-EE4D-A3C8-0AD3927075F2}">
      <dsp:nvSpPr>
        <dsp:cNvPr id="0" name=""/>
        <dsp:cNvSpPr/>
      </dsp:nvSpPr>
      <dsp:spPr>
        <a:xfrm>
          <a:off x="7861337" y="1695797"/>
          <a:ext cx="1496317" cy="14963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ETL</a:t>
          </a:r>
        </a:p>
      </dsp:txBody>
      <dsp:txXfrm>
        <a:off x="8080468" y="1914928"/>
        <a:ext cx="1058055" cy="1058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EBA86-026D-F943-90AB-39DAFC09CD31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D847-AA89-4443-87F1-6FE2A0BD61F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96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D847-AA89-4443-87F1-6FE2A0BD61F5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515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AD2C6-A134-CC46-BDA8-9BEA68662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AD0FC7-7967-324A-8995-0AEEA4B07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8105A-4B90-2B49-9F9E-0B6E4321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6A0F9-7D76-AE4A-BD94-B389A660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5C78CA-E0EC-2D4E-9DFA-FDA48D63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053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74092-77A1-564B-925B-EAD7E630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655A9F-D451-594C-BFB3-49B1E0B2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2E473-48C4-9248-9964-C491BFE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9C6647-047B-A949-9C31-BE54AA88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C5861-FE60-B948-A752-C195D5B3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815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224D0-1D1B-C84A-BDE0-AF7B0F95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1A9CE8-020B-384A-8DEA-12F6CCC0D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FACAB-A3C0-8F49-B15C-972B48D6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6DDC8-A68A-3342-842E-C94606A2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8E5E7-6999-9F4C-8848-01B962AC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453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5B17E-4FF7-5C41-942A-AA145D54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CE7375-7E95-5443-8B41-1722753AA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AC5EFE-6089-A443-AAF4-3CE3ED568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4CB81A-6486-3A40-B823-89499B6B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E2164-7768-994F-8C29-56AC51B7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C7AD69-DA92-9340-B13D-A431DD02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118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6561-2F0F-F145-8B23-5EEC6B54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BFA112-DD57-3548-BA31-4F45A7315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01AB20-3A30-D44F-A943-4A46D553C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22BA67-6EDA-8344-AE6E-991A3D1E0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47D17E-DE33-4F4A-8CB1-053926E62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06535F-25FE-0248-B538-AFEDEF0A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2F988E-7893-6343-A594-BE81B10B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C67B35-3383-B24F-BEB1-5BAC2FDE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239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864A6-EAD6-EE4C-93B3-8A36D16C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B91A45-4318-6C44-9C00-0C71EA0A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FA695F-B662-5246-8DE2-C00151C8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1D2ED2-3B9E-634B-94F6-BE2A4F66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460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D67533-E0A4-744C-8E82-8373E04E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ADB42D-BEE7-4D44-87AD-9BF7A1E3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7AE92E-8CDA-C744-9244-65A5C2FB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393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E34B4-9424-DC40-BCAE-F8613BFF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64650-150E-BD41-A228-6E266901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4395CA-F832-D942-BCA2-F68D027C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C69D17-7CE4-1448-9F52-EEFAF612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10FC78-E822-4045-BF6E-19E8954C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7E2A98-C5E3-AB4E-AD04-8E02966A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2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DAFD0-7F39-CC44-A4FF-4E56548F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0B9917-3109-4342-BA0A-2BF3FCCE2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CC8463-AE53-BE42-ABE0-441C7F95B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57ADBC-B3C9-AD48-88C0-D054ED1A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D3B865-D0BF-0E41-A969-6EB230EF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165190-ABED-C24C-BBA2-860293CB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3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8449F-A960-6B46-AFF7-2CCF2D13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A9BD0E-B03B-7E4E-95A8-FF1FB845F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E3907C-E2EE-A84D-B2C4-49557D0C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76E91-9B11-CD47-BA45-DC541A9A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D8A03-A44D-574A-808C-101B411D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310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A0C3A4-6870-7348-801D-BBC82BE71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6EDEF0-23E4-424B-92B4-93CA951D4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BA314-FE1B-7E49-AA1F-23D78820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1D6EB-76C7-2C4C-8CFE-DD5C98AE3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6D8E4-435E-B148-B4D0-A236E048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73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6A2FB1-849F-E444-BBA8-595FD145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03DF9-ED89-F441-BDAF-83FF1615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1EDBA-03F8-B347-8FF3-ECAC09FE4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D523F-F28B-8D45-A82B-DA9B1B440939}" type="datetimeFigureOut">
              <a:rPr lang="es-CO" smtClean="0"/>
              <a:t>17/09/2026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75B3D9-8F05-B54B-9C11-CB4AD0DCD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3DDBA-ABE2-ED4E-B6F0-219084577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393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A2AA33-D5C1-4C2E-BAA5-2AAF0E63E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7E063-AC92-4DBF-9A8C-429C5E2F2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41494"/>
            <a:ext cx="12192000" cy="431650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C90C7F-C82F-4383-8E86-8F056BBA8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17027" y="-378827"/>
            <a:ext cx="6858000" cy="7615655"/>
          </a:xfrm>
          <a:custGeom>
            <a:avLst/>
            <a:gdLst>
              <a:gd name="connsiteX0" fmla="*/ 0 w 6858000"/>
              <a:gd name="connsiteY0" fmla="*/ 7615655 h 7615655"/>
              <a:gd name="connsiteX1" fmla="*/ 0 w 6858000"/>
              <a:gd name="connsiteY1" fmla="*/ 7533862 h 7615655"/>
              <a:gd name="connsiteX2" fmla="*/ 1092812 w 6858000"/>
              <a:gd name="connsiteY2" fmla="*/ 7533862 h 7615655"/>
              <a:gd name="connsiteX3" fmla="*/ 1092812 w 6858000"/>
              <a:gd name="connsiteY3" fmla="*/ 81793 h 7615655"/>
              <a:gd name="connsiteX4" fmla="*/ 0 w 6858000"/>
              <a:gd name="connsiteY4" fmla="*/ 81793 h 7615655"/>
              <a:gd name="connsiteX5" fmla="*/ 0 w 6858000"/>
              <a:gd name="connsiteY5" fmla="*/ 0 h 7615655"/>
              <a:gd name="connsiteX6" fmla="*/ 1092812 w 6858000"/>
              <a:gd name="connsiteY6" fmla="*/ 0 h 7615655"/>
              <a:gd name="connsiteX7" fmla="*/ 5779244 w 6858000"/>
              <a:gd name="connsiteY7" fmla="*/ 0 h 7615655"/>
              <a:gd name="connsiteX8" fmla="*/ 6858000 w 6858000"/>
              <a:gd name="connsiteY8" fmla="*/ 0 h 7615655"/>
              <a:gd name="connsiteX9" fmla="*/ 6858000 w 6858000"/>
              <a:gd name="connsiteY9" fmla="*/ 81793 h 7615655"/>
              <a:gd name="connsiteX10" fmla="*/ 5779244 w 6858000"/>
              <a:gd name="connsiteY10" fmla="*/ 81793 h 7615655"/>
              <a:gd name="connsiteX11" fmla="*/ 5779244 w 6858000"/>
              <a:gd name="connsiteY11" fmla="*/ 7533862 h 7615655"/>
              <a:gd name="connsiteX12" fmla="*/ 6858000 w 6858000"/>
              <a:gd name="connsiteY12" fmla="*/ 7533862 h 7615655"/>
              <a:gd name="connsiteX13" fmla="*/ 6858000 w 6858000"/>
              <a:gd name="connsiteY13" fmla="*/ 7615655 h 7615655"/>
              <a:gd name="connsiteX14" fmla="*/ 5779244 w 6858000"/>
              <a:gd name="connsiteY14" fmla="*/ 7615655 h 7615655"/>
              <a:gd name="connsiteX15" fmla="*/ 1092812 w 6858000"/>
              <a:gd name="connsiteY15" fmla="*/ 7615655 h 7615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7615655">
                <a:moveTo>
                  <a:pt x="0" y="7615655"/>
                </a:moveTo>
                <a:lnTo>
                  <a:pt x="0" y="7533862"/>
                </a:lnTo>
                <a:lnTo>
                  <a:pt x="1092812" y="7533862"/>
                </a:lnTo>
                <a:lnTo>
                  <a:pt x="1092812" y="81793"/>
                </a:lnTo>
                <a:lnTo>
                  <a:pt x="0" y="81793"/>
                </a:lnTo>
                <a:lnTo>
                  <a:pt x="0" y="0"/>
                </a:lnTo>
                <a:lnTo>
                  <a:pt x="1092812" y="0"/>
                </a:lnTo>
                <a:lnTo>
                  <a:pt x="5779244" y="0"/>
                </a:lnTo>
                <a:lnTo>
                  <a:pt x="6858000" y="0"/>
                </a:lnTo>
                <a:lnTo>
                  <a:pt x="6858000" y="81793"/>
                </a:lnTo>
                <a:lnTo>
                  <a:pt x="5779244" y="81793"/>
                </a:lnTo>
                <a:lnTo>
                  <a:pt x="5779244" y="7533862"/>
                </a:lnTo>
                <a:lnTo>
                  <a:pt x="6858000" y="7533862"/>
                </a:lnTo>
                <a:lnTo>
                  <a:pt x="6858000" y="7615655"/>
                </a:lnTo>
                <a:lnTo>
                  <a:pt x="5779244" y="7615655"/>
                </a:lnTo>
                <a:lnTo>
                  <a:pt x="1092812" y="7615655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2908CD-676C-4648-B018-5E2445430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401" y="2043953"/>
            <a:ext cx="5780846" cy="1765198"/>
          </a:xfrm>
        </p:spPr>
        <p:txBody>
          <a:bodyPr>
            <a:normAutofit/>
          </a:bodyPr>
          <a:lstStyle/>
          <a:p>
            <a:r>
              <a:rPr lang="es-CO" sz="3200">
                <a:solidFill>
                  <a:schemeClr val="bg1"/>
                </a:solidFill>
              </a:rPr>
              <a:t>ETL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A30F8F-7097-C442-9DB6-816F216EA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401" y="3901226"/>
            <a:ext cx="5780846" cy="1020397"/>
          </a:xfrm>
        </p:spPr>
        <p:txBody>
          <a:bodyPr>
            <a:normAutofit/>
          </a:bodyPr>
          <a:lstStyle/>
          <a:p>
            <a:r>
              <a:rPr lang="es-CO" sz="1600">
                <a:solidFill>
                  <a:schemeClr val="bg1"/>
                </a:solidFill>
              </a:rPr>
              <a:t>INTERNET DE LAS COSAS</a:t>
            </a:r>
          </a:p>
        </p:txBody>
      </p:sp>
    </p:spTree>
    <p:extLst>
      <p:ext uri="{BB962C8B-B14F-4D97-AF65-F5344CB8AC3E}">
        <p14:creationId xmlns:p14="http://schemas.microsoft.com/office/powerpoint/2010/main" val="313777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2800"/>
              <a:t>Temas de hoy</a:t>
            </a: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71AD6A0A-4C89-45E5-A309-A67535C95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6352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031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</a:t>
            </a:r>
          </a:p>
        </p:txBody>
      </p:sp>
      <p:pic>
        <p:nvPicPr>
          <p:cNvPr id="1026" name="Picture 2" descr="Resultado de imagen para etl architecture">
            <a:extLst>
              <a:ext uri="{FF2B5EF4-FFF2-40B4-BE49-F238E27FC236}">
                <a16:creationId xmlns:a16="http://schemas.microsoft.com/office/drawing/2014/main" id="{1040A0B0-9616-7449-BBA3-1B12EAB156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918494"/>
            <a:ext cx="9525000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90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</a:t>
            </a:r>
          </a:p>
        </p:txBody>
      </p:sp>
      <p:sp>
        <p:nvSpPr>
          <p:cNvPr id="4" name="Lata 3">
            <a:extLst>
              <a:ext uri="{FF2B5EF4-FFF2-40B4-BE49-F238E27FC236}">
                <a16:creationId xmlns:a16="http://schemas.microsoft.com/office/drawing/2014/main" id="{2E1AA4AA-4069-7A4C-95AB-D2CB356258BE}"/>
              </a:ext>
            </a:extLst>
          </p:cNvPr>
          <p:cNvSpPr/>
          <p:nvPr/>
        </p:nvSpPr>
        <p:spPr>
          <a:xfrm>
            <a:off x="1000125" y="2243138"/>
            <a:ext cx="1685925" cy="9715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TEMPERATURA</a:t>
            </a:r>
          </a:p>
        </p:txBody>
      </p:sp>
      <p:sp>
        <p:nvSpPr>
          <p:cNvPr id="6" name="Lata 5">
            <a:extLst>
              <a:ext uri="{FF2B5EF4-FFF2-40B4-BE49-F238E27FC236}">
                <a16:creationId xmlns:a16="http://schemas.microsoft.com/office/drawing/2014/main" id="{112F1769-F75E-E54F-8FC6-235D16FA5245}"/>
              </a:ext>
            </a:extLst>
          </p:cNvPr>
          <p:cNvSpPr/>
          <p:nvPr/>
        </p:nvSpPr>
        <p:spPr>
          <a:xfrm>
            <a:off x="1000124" y="4056186"/>
            <a:ext cx="1685925" cy="9715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HUMEDAD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5011C71-3D9B-4749-96DF-C85EF626E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035366"/>
              </p:ext>
            </p:extLst>
          </p:nvPr>
        </p:nvGraphicFramePr>
        <p:xfrm>
          <a:off x="4371975" y="1481596"/>
          <a:ext cx="3229712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428">
                  <a:extLst>
                    <a:ext uri="{9D8B030D-6E8A-4147-A177-3AD203B41FA5}">
                      <a16:colId xmlns:a16="http://schemas.microsoft.com/office/drawing/2014/main" val="3077825183"/>
                    </a:ext>
                  </a:extLst>
                </a:gridCol>
                <a:gridCol w="807428">
                  <a:extLst>
                    <a:ext uri="{9D8B030D-6E8A-4147-A177-3AD203B41FA5}">
                      <a16:colId xmlns:a16="http://schemas.microsoft.com/office/drawing/2014/main" val="1189901784"/>
                    </a:ext>
                  </a:extLst>
                </a:gridCol>
                <a:gridCol w="807428">
                  <a:extLst>
                    <a:ext uri="{9D8B030D-6E8A-4147-A177-3AD203B41FA5}">
                      <a16:colId xmlns:a16="http://schemas.microsoft.com/office/drawing/2014/main" val="4000276863"/>
                    </a:ext>
                  </a:extLst>
                </a:gridCol>
                <a:gridCol w="807428">
                  <a:extLst>
                    <a:ext uri="{9D8B030D-6E8A-4147-A177-3AD203B41FA5}">
                      <a16:colId xmlns:a16="http://schemas.microsoft.com/office/drawing/2014/main" val="1513022850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ID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POSICION (X.Y)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TIME 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TEMPERATURA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890037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2,4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158944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11AM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25939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X,Y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12PM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168438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18CB85B-BE6F-DF4A-A78B-806B36F5A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937272"/>
              </p:ext>
            </p:extLst>
          </p:nvPr>
        </p:nvGraphicFramePr>
        <p:xfrm>
          <a:off x="3598985" y="4805887"/>
          <a:ext cx="3229712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428">
                  <a:extLst>
                    <a:ext uri="{9D8B030D-6E8A-4147-A177-3AD203B41FA5}">
                      <a16:colId xmlns:a16="http://schemas.microsoft.com/office/drawing/2014/main" val="3077825183"/>
                    </a:ext>
                  </a:extLst>
                </a:gridCol>
                <a:gridCol w="807428">
                  <a:extLst>
                    <a:ext uri="{9D8B030D-6E8A-4147-A177-3AD203B41FA5}">
                      <a16:colId xmlns:a16="http://schemas.microsoft.com/office/drawing/2014/main" val="1189901784"/>
                    </a:ext>
                  </a:extLst>
                </a:gridCol>
                <a:gridCol w="807428">
                  <a:extLst>
                    <a:ext uri="{9D8B030D-6E8A-4147-A177-3AD203B41FA5}">
                      <a16:colId xmlns:a16="http://schemas.microsoft.com/office/drawing/2014/main" val="4000276863"/>
                    </a:ext>
                  </a:extLst>
                </a:gridCol>
                <a:gridCol w="807428">
                  <a:extLst>
                    <a:ext uri="{9D8B030D-6E8A-4147-A177-3AD203B41FA5}">
                      <a16:colId xmlns:a16="http://schemas.microsoft.com/office/drawing/2014/main" val="1513022850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ID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POSICION (X.Y)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TIME 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HUMEDAD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890037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2,4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158944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11AM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25939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es-CO" sz="7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X,Y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12PM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70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168438"/>
                  </a:ext>
                </a:extLst>
              </a:tr>
            </a:tbl>
          </a:graphicData>
        </a:graphic>
      </p:graphicFrame>
      <p:sp>
        <p:nvSpPr>
          <p:cNvPr id="7" name="Paralelogramo 6">
            <a:extLst>
              <a:ext uri="{FF2B5EF4-FFF2-40B4-BE49-F238E27FC236}">
                <a16:creationId xmlns:a16="http://schemas.microsoft.com/office/drawing/2014/main" id="{41AE8E02-EE58-4C44-872A-21268B44B4CD}"/>
              </a:ext>
            </a:extLst>
          </p:cNvPr>
          <p:cNvSpPr/>
          <p:nvPr/>
        </p:nvSpPr>
        <p:spPr>
          <a:xfrm>
            <a:off x="8159262" y="3703943"/>
            <a:ext cx="2848708" cy="113970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Paralelogramo 9">
            <a:extLst>
              <a:ext uri="{FF2B5EF4-FFF2-40B4-BE49-F238E27FC236}">
                <a16:creationId xmlns:a16="http://schemas.microsoft.com/office/drawing/2014/main" id="{6A9194D4-F55A-C44A-92AC-2740A9A1BF69}"/>
              </a:ext>
            </a:extLst>
          </p:cNvPr>
          <p:cNvSpPr/>
          <p:nvPr/>
        </p:nvSpPr>
        <p:spPr>
          <a:xfrm>
            <a:off x="8042031" y="3521931"/>
            <a:ext cx="2848708" cy="1139702"/>
          </a:xfrm>
          <a:prstGeom prst="parallelogram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5B06B4-06C5-194F-A509-1B5D68AF2C12}"/>
              </a:ext>
            </a:extLst>
          </p:cNvPr>
          <p:cNvSpPr txBox="1"/>
          <p:nvPr/>
        </p:nvSpPr>
        <p:spPr>
          <a:xfrm>
            <a:off x="7670464" y="2884890"/>
            <a:ext cx="382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MALLA X.Y MEDIANTE INTERPOLACIÓN</a:t>
            </a:r>
          </a:p>
        </p:txBody>
      </p:sp>
      <p:cxnSp>
        <p:nvCxnSpPr>
          <p:cNvPr id="14" name="Conector curvado 13">
            <a:extLst>
              <a:ext uri="{FF2B5EF4-FFF2-40B4-BE49-F238E27FC236}">
                <a16:creationId xmlns:a16="http://schemas.microsoft.com/office/drawing/2014/main" id="{2ACDA9B3-8871-8843-AFAE-1DCE8E4DD5E9}"/>
              </a:ext>
            </a:extLst>
          </p:cNvPr>
          <p:cNvCxnSpPr>
            <a:stCxn id="4" idx="4"/>
            <a:endCxn id="10" idx="5"/>
          </p:cNvCxnSpPr>
          <p:nvPr/>
        </p:nvCxnSpPr>
        <p:spPr>
          <a:xfrm>
            <a:off x="2686050" y="2728913"/>
            <a:ext cx="5498444" cy="1362869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curvado 15">
            <a:extLst>
              <a:ext uri="{FF2B5EF4-FFF2-40B4-BE49-F238E27FC236}">
                <a16:creationId xmlns:a16="http://schemas.microsoft.com/office/drawing/2014/main" id="{21818582-5D55-2C44-91F1-A6A68A85B43F}"/>
              </a:ext>
            </a:extLst>
          </p:cNvPr>
          <p:cNvCxnSpPr>
            <a:cxnSpLocks/>
            <a:stCxn id="6" idx="4"/>
          </p:cNvCxnSpPr>
          <p:nvPr/>
        </p:nvCxnSpPr>
        <p:spPr>
          <a:xfrm flipV="1">
            <a:off x="2686049" y="4247759"/>
            <a:ext cx="5615676" cy="29420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61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MODELOS DE DATOS PARA IoT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19992-6333-B14C-ABE0-C5351F4E1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/>
              <a:t>Debe definir qué es lo importante para su negocio</a:t>
            </a:r>
          </a:p>
          <a:p>
            <a:pPr lvl="1"/>
            <a:r>
              <a:rPr lang="es-CO"/>
              <a:t>Ejemplo:</a:t>
            </a:r>
          </a:p>
          <a:p>
            <a:pPr lvl="2"/>
            <a:r>
              <a:rPr lang="es-CO"/>
              <a:t>Estimar la cantidad de producción</a:t>
            </a:r>
          </a:p>
          <a:p>
            <a:pPr lvl="2"/>
            <a:r>
              <a:rPr lang="es-CO"/>
              <a:t>Identificar amenazas de forma temprana</a:t>
            </a:r>
          </a:p>
          <a:p>
            <a:pPr lvl="2"/>
            <a:r>
              <a:rPr lang="es-CO"/>
              <a:t>Identificar costos</a:t>
            </a:r>
          </a:p>
          <a:p>
            <a:pPr lvl="2"/>
            <a:r>
              <a:rPr lang="es-CO"/>
              <a:t>Estimar cantidad de insumos</a:t>
            </a:r>
          </a:p>
          <a:p>
            <a:r>
              <a:rPr lang="es-CO"/>
              <a:t>Debe modelar el sistema para hallar mecanismos de detección de los elementos a detectar</a:t>
            </a:r>
          </a:p>
          <a:p>
            <a:r>
              <a:rPr lang="es-CO"/>
              <a:t>Debe transformar los datos de las fuentes de almacenamiento para aplicarlas al modelo</a:t>
            </a:r>
          </a:p>
        </p:txBody>
      </p:sp>
    </p:spTree>
    <p:extLst>
      <p:ext uri="{BB962C8B-B14F-4D97-AF65-F5344CB8AC3E}">
        <p14:creationId xmlns:p14="http://schemas.microsoft.com/office/powerpoint/2010/main" val="239615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MODELOS DE DATOS PARA IoT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5E53E7E1-792A-0F48-9F36-E0D4F0C11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383992"/>
              </p:ext>
            </p:extLst>
          </p:nvPr>
        </p:nvGraphicFramePr>
        <p:xfrm>
          <a:off x="332626" y="1886611"/>
          <a:ext cx="11607800" cy="4887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06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MODELOS DE DATOS PARA IoT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ADC64CF-B39F-1445-84CE-68ED34214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2" y="1825625"/>
            <a:ext cx="42789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/>
              <a:t>El problema</a:t>
            </a:r>
          </a:p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/>
              <a:t>El modelo para estimar el parámetro requiere de un modelo de datos homogeneo (igual tamaño, resolución, matricial, que se le aplica modelos matemáticos para obtener información o decisiones)</a:t>
            </a:r>
          </a:p>
        </p:txBody>
      </p:sp>
      <p:pic>
        <p:nvPicPr>
          <p:cNvPr id="10" name="Imagen 9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8D9E364A-822A-E546-9AC3-D14BD3BA1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525" y="2432989"/>
            <a:ext cx="5451475" cy="442501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775B1B1-3703-EA4D-A993-0111CC3E1D0E}"/>
              </a:ext>
            </a:extLst>
          </p:cNvPr>
          <p:cNvSpPr txBox="1"/>
          <p:nvPr/>
        </p:nvSpPr>
        <p:spPr>
          <a:xfrm>
            <a:off x="7215188" y="2118571"/>
            <a:ext cx="1748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rgbClr val="FF0000"/>
                </a:solidFill>
              </a:rPr>
              <a:t>Datos Conocidos</a:t>
            </a:r>
          </a:p>
        </p:txBody>
      </p:sp>
      <p:pic>
        <p:nvPicPr>
          <p:cNvPr id="13" name="Imagen 12" descr="Imagen que contiene objeto, reloj&#10;&#10;Descripción generada automáticamente">
            <a:extLst>
              <a:ext uri="{FF2B5EF4-FFF2-40B4-BE49-F238E27FC236}">
                <a16:creationId xmlns:a16="http://schemas.microsoft.com/office/drawing/2014/main" id="{6E92F4E9-C404-0C42-9450-B7F5E4D59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375" y="1593017"/>
            <a:ext cx="2879481" cy="136552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D874377-325D-854E-B24F-1A2023E441B0}"/>
              </a:ext>
            </a:extLst>
          </p:cNvPr>
          <p:cNvSpPr txBox="1"/>
          <p:nvPr/>
        </p:nvSpPr>
        <p:spPr>
          <a:xfrm>
            <a:off x="4098375" y="2958544"/>
            <a:ext cx="145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desconocidos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4274A41-B0A0-B54F-B442-3EC3D27566DC}"/>
              </a:ext>
            </a:extLst>
          </p:cNvPr>
          <p:cNvSpPr txBox="1"/>
          <p:nvPr/>
        </p:nvSpPr>
        <p:spPr>
          <a:xfrm>
            <a:off x="5847738" y="2908815"/>
            <a:ext cx="113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conocidos</a:t>
            </a:r>
          </a:p>
        </p:txBody>
      </p:sp>
    </p:spTree>
    <p:extLst>
      <p:ext uri="{BB962C8B-B14F-4D97-AF65-F5344CB8AC3E}">
        <p14:creationId xmlns:p14="http://schemas.microsoft.com/office/powerpoint/2010/main" val="193464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MODELOS DE DATOS PARA IoT</a:t>
            </a:r>
          </a:p>
        </p:txBody>
      </p:sp>
      <p:pic>
        <p:nvPicPr>
          <p:cNvPr id="1026" name="Picture 2" descr="Resultado de imagen para interpolation 2d tutorial">
            <a:extLst>
              <a:ext uri="{FF2B5EF4-FFF2-40B4-BE49-F238E27FC236}">
                <a16:creationId xmlns:a16="http://schemas.microsoft.com/office/drawing/2014/main" id="{93AC613C-46AA-284B-B8A2-3CFA839310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05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MODELOS DE DATOS PARA IoT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BE260A1-FBA6-8844-B807-08ECD443D6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389" y="1825625"/>
            <a:ext cx="653722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849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66D1-07F6-4747-A41D-5432EC3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USANDO PYTHON COMO HERRAMIENTA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E0B0EB-1EA1-BB4D-98BE-7A9A92EEA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/>
              <a:t>Usar Python para obtener una malla de datos con unos cuantos valores de unos sensores</a:t>
            </a:r>
          </a:p>
          <a:p>
            <a:pPr lvl="1"/>
            <a:r>
              <a:rPr lang="es-CO"/>
              <a:t>INTERPOLACION </a:t>
            </a:r>
          </a:p>
          <a:p>
            <a:pPr lvl="1"/>
            <a:r>
              <a:rPr lang="es-CO"/>
              <a:t>CONTORNOS</a:t>
            </a:r>
          </a:p>
          <a:p>
            <a:pPr lvl="1"/>
            <a:endParaRPr lang="es-CO"/>
          </a:p>
          <a:p>
            <a:r>
              <a:rPr lang="es-CO"/>
              <a:t>VER LOS EJEMPLOS</a:t>
            </a:r>
          </a:p>
          <a:p>
            <a:pPr lvl="1"/>
            <a:r>
              <a:rPr lang="es-CO"/>
              <a:t>InterpolandoDatos.py – interpola una malla 2D con unos puntos</a:t>
            </a:r>
          </a:p>
          <a:p>
            <a:pPr lvl="1"/>
            <a:r>
              <a:rPr lang="es-CO"/>
              <a:t>Solocontonos.py – genera contornos en función de los puntos</a:t>
            </a:r>
          </a:p>
          <a:p>
            <a:pPr marL="457200" lvl="1" indent="0">
              <a:buNone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7870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66D1-07F6-4747-A41D-5432EC3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USANDO PYTHON COMO HERRAMIENTA	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163075-D696-5B47-A43B-C769A8AFC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900548"/>
            <a:ext cx="6019800" cy="5032375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s-CO"/>
              <a:t>#importando la </a:t>
            </a:r>
            <a:r>
              <a:rPr lang="es-CO" err="1"/>
              <a:t>libreria</a:t>
            </a:r>
            <a:endParaRPr lang="es-CO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 err="1"/>
              <a:t>import</a:t>
            </a:r>
            <a:r>
              <a:rPr lang="es-CO"/>
              <a:t> </a:t>
            </a:r>
            <a:r>
              <a:rPr lang="es-CO" err="1"/>
              <a:t>numpy</a:t>
            </a:r>
            <a:r>
              <a:rPr lang="es-CO"/>
              <a:t> as </a:t>
            </a:r>
            <a:r>
              <a:rPr lang="es-CO" err="1"/>
              <a:t>np</a:t>
            </a:r>
            <a:endParaRPr lang="es-CO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#creo mi </a:t>
            </a:r>
            <a:r>
              <a:rPr lang="es-CO" err="1"/>
              <a:t>funcion</a:t>
            </a:r>
            <a:r>
              <a:rPr lang="es-CO"/>
              <a:t> base (es la que conozco, es mi modelo conocido)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 err="1"/>
              <a:t>def</a:t>
            </a:r>
            <a:r>
              <a:rPr lang="es-CO"/>
              <a:t> </a:t>
            </a:r>
            <a:r>
              <a:rPr lang="es-CO" err="1"/>
              <a:t>func</a:t>
            </a:r>
            <a:r>
              <a:rPr lang="es-CO"/>
              <a:t>(x, y):</a:t>
            </a:r>
          </a:p>
          <a:p>
            <a:pPr marL="0" indent="0">
              <a:buNone/>
            </a:pPr>
            <a:r>
              <a:rPr lang="es-CO"/>
              <a:t> </a:t>
            </a:r>
            <a:r>
              <a:rPr lang="es-CO" err="1"/>
              <a:t>return</a:t>
            </a:r>
            <a:r>
              <a:rPr lang="es-CO"/>
              <a:t> x*(1-x)*</a:t>
            </a:r>
            <a:r>
              <a:rPr lang="es-CO" err="1"/>
              <a:t>np.cos</a:t>
            </a:r>
            <a:r>
              <a:rPr lang="es-CO"/>
              <a:t>(4*</a:t>
            </a:r>
            <a:r>
              <a:rPr lang="es-CO" err="1"/>
              <a:t>np.pi</a:t>
            </a:r>
            <a:r>
              <a:rPr lang="es-CO"/>
              <a:t>*x) * </a:t>
            </a:r>
            <a:r>
              <a:rPr lang="es-CO" err="1"/>
              <a:t>np.sin</a:t>
            </a:r>
            <a:r>
              <a:rPr lang="es-CO"/>
              <a:t>(4*</a:t>
            </a:r>
            <a:r>
              <a:rPr lang="es-CO" err="1"/>
              <a:t>np.pi</a:t>
            </a:r>
            <a:r>
              <a:rPr lang="es-CO"/>
              <a:t>*y**2)**2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#creo una malla de 100 x 200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 err="1"/>
              <a:t>grid_x</a:t>
            </a:r>
            <a:r>
              <a:rPr lang="es-CO"/>
              <a:t>, </a:t>
            </a:r>
            <a:r>
              <a:rPr lang="es-CO" err="1"/>
              <a:t>grid_y</a:t>
            </a:r>
            <a:r>
              <a:rPr lang="es-CO"/>
              <a:t> = </a:t>
            </a:r>
            <a:r>
              <a:rPr lang="es-CO" err="1"/>
              <a:t>np.mgrid</a:t>
            </a:r>
            <a:r>
              <a:rPr lang="es-CO"/>
              <a:t>[0:1:100j, 0:1:200j]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#me invento un grupo de puntos aleatorios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 err="1"/>
              <a:t>points</a:t>
            </a:r>
            <a:r>
              <a:rPr lang="es-CO"/>
              <a:t> = </a:t>
            </a:r>
            <a:r>
              <a:rPr lang="es-CO" err="1"/>
              <a:t>np.random.rand</a:t>
            </a:r>
            <a:r>
              <a:rPr lang="es-CO"/>
              <a:t>(100, 2)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#de estos puntos que serian los sensores, y sus lecturas, voy a interpolar en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#la malla los valores que deseo calcular para mi modelo de </a:t>
            </a:r>
            <a:r>
              <a:rPr lang="es-CO" err="1"/>
              <a:t>deduccion</a:t>
            </a:r>
            <a:r>
              <a:rPr lang="es-CO"/>
              <a:t> real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 err="1"/>
              <a:t>values</a:t>
            </a:r>
            <a:r>
              <a:rPr lang="es-CO"/>
              <a:t> = </a:t>
            </a:r>
            <a:r>
              <a:rPr lang="es-CO" err="1"/>
              <a:t>func</a:t>
            </a:r>
            <a:r>
              <a:rPr lang="es-CO"/>
              <a:t>(</a:t>
            </a:r>
            <a:r>
              <a:rPr lang="es-CO" err="1"/>
              <a:t>points</a:t>
            </a:r>
            <a:r>
              <a:rPr lang="es-CO"/>
              <a:t>[:,0], </a:t>
            </a:r>
            <a:r>
              <a:rPr lang="es-CO" err="1"/>
              <a:t>points</a:t>
            </a:r>
            <a:r>
              <a:rPr lang="es-CO"/>
              <a:t>[:,1])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# ejecuto las interpolaciones, uso tres </a:t>
            </a:r>
            <a:r>
              <a:rPr lang="es-CO" err="1"/>
              <a:t>metodos</a:t>
            </a:r>
            <a:r>
              <a:rPr lang="es-CO"/>
              <a:t> para comparar su </a:t>
            </a:r>
            <a:r>
              <a:rPr lang="es-CO" err="1"/>
              <a:t>desempeno</a:t>
            </a:r>
            <a:endParaRPr lang="es-CO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 err="1"/>
              <a:t>from</a:t>
            </a:r>
            <a:r>
              <a:rPr lang="es-CO"/>
              <a:t> </a:t>
            </a:r>
            <a:r>
              <a:rPr lang="es-CO" err="1"/>
              <a:t>scipy.interpolate</a:t>
            </a:r>
            <a:r>
              <a:rPr lang="es-CO"/>
              <a:t> </a:t>
            </a:r>
            <a:r>
              <a:rPr lang="es-CO" err="1"/>
              <a:t>import</a:t>
            </a:r>
            <a:r>
              <a:rPr lang="es-CO"/>
              <a:t> </a:t>
            </a:r>
            <a:r>
              <a:rPr lang="es-CO" err="1"/>
              <a:t>griddata</a:t>
            </a:r>
            <a:endParaRPr lang="es-CO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grid_z0 = </a:t>
            </a:r>
            <a:r>
              <a:rPr lang="es-CO" err="1"/>
              <a:t>griddata</a:t>
            </a:r>
            <a:r>
              <a:rPr lang="es-CO"/>
              <a:t>(</a:t>
            </a:r>
            <a:r>
              <a:rPr lang="es-CO" err="1"/>
              <a:t>points</a:t>
            </a:r>
            <a:r>
              <a:rPr lang="es-CO"/>
              <a:t>, </a:t>
            </a:r>
            <a:r>
              <a:rPr lang="es-CO" err="1"/>
              <a:t>values</a:t>
            </a:r>
            <a:r>
              <a:rPr lang="es-CO"/>
              <a:t>, (</a:t>
            </a:r>
            <a:r>
              <a:rPr lang="es-CO" err="1"/>
              <a:t>grid_x</a:t>
            </a:r>
            <a:r>
              <a:rPr lang="es-CO"/>
              <a:t>, </a:t>
            </a:r>
            <a:r>
              <a:rPr lang="es-CO" err="1"/>
              <a:t>grid_y</a:t>
            </a:r>
            <a:r>
              <a:rPr lang="es-CO"/>
              <a:t>), </a:t>
            </a:r>
            <a:r>
              <a:rPr lang="es-CO" err="1"/>
              <a:t>method</a:t>
            </a:r>
            <a:r>
              <a:rPr lang="es-CO"/>
              <a:t>='</a:t>
            </a:r>
            <a:r>
              <a:rPr lang="es-CO" err="1"/>
              <a:t>nearest</a:t>
            </a:r>
            <a:r>
              <a:rPr lang="es-CO"/>
              <a:t>')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grid_z1 = </a:t>
            </a:r>
            <a:r>
              <a:rPr lang="es-CO" err="1"/>
              <a:t>griddata</a:t>
            </a:r>
            <a:r>
              <a:rPr lang="es-CO"/>
              <a:t>(</a:t>
            </a:r>
            <a:r>
              <a:rPr lang="es-CO" err="1"/>
              <a:t>points</a:t>
            </a:r>
            <a:r>
              <a:rPr lang="es-CO"/>
              <a:t>, </a:t>
            </a:r>
            <a:r>
              <a:rPr lang="es-CO" err="1"/>
              <a:t>values</a:t>
            </a:r>
            <a:r>
              <a:rPr lang="es-CO"/>
              <a:t>, (</a:t>
            </a:r>
            <a:r>
              <a:rPr lang="es-CO" err="1"/>
              <a:t>grid_x</a:t>
            </a:r>
            <a:r>
              <a:rPr lang="es-CO"/>
              <a:t>, </a:t>
            </a:r>
            <a:r>
              <a:rPr lang="es-CO" err="1"/>
              <a:t>grid_y</a:t>
            </a:r>
            <a:r>
              <a:rPr lang="es-CO"/>
              <a:t>), </a:t>
            </a:r>
            <a:r>
              <a:rPr lang="es-CO" err="1"/>
              <a:t>method</a:t>
            </a:r>
            <a:r>
              <a:rPr lang="es-CO"/>
              <a:t>='linear')</a:t>
            </a:r>
            <a:endParaRPr lang="es-C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CO"/>
              <a:t>grid_z2 = </a:t>
            </a:r>
            <a:r>
              <a:rPr lang="es-CO" err="1"/>
              <a:t>griddata</a:t>
            </a:r>
            <a:r>
              <a:rPr lang="es-CO"/>
              <a:t>(</a:t>
            </a:r>
            <a:r>
              <a:rPr lang="es-CO" err="1"/>
              <a:t>points</a:t>
            </a:r>
            <a:r>
              <a:rPr lang="es-CO"/>
              <a:t>, </a:t>
            </a:r>
            <a:r>
              <a:rPr lang="es-CO" err="1"/>
              <a:t>values</a:t>
            </a:r>
            <a:r>
              <a:rPr lang="es-CO"/>
              <a:t>, (</a:t>
            </a:r>
            <a:r>
              <a:rPr lang="es-CO" err="1"/>
              <a:t>grid_x</a:t>
            </a:r>
            <a:r>
              <a:rPr lang="es-CO"/>
              <a:t>, </a:t>
            </a:r>
            <a:r>
              <a:rPr lang="es-CO" err="1"/>
              <a:t>grid_y</a:t>
            </a:r>
            <a:r>
              <a:rPr lang="es-CO"/>
              <a:t>), </a:t>
            </a:r>
            <a:r>
              <a:rPr lang="es-CO" err="1"/>
              <a:t>method</a:t>
            </a:r>
            <a:r>
              <a:rPr lang="es-CO"/>
              <a:t>='</a:t>
            </a:r>
            <a:r>
              <a:rPr lang="es-CO" err="1"/>
              <a:t>cubic</a:t>
            </a:r>
            <a:r>
              <a:rPr lang="es-CO"/>
              <a:t>')</a:t>
            </a:r>
            <a:endParaRPr lang="es-CO">
              <a:ea typeface="Calibri"/>
              <a:cs typeface="Calibri"/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4B2C975-4CDF-5B45-BFF8-38E624153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6019799" cy="503237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CO"/>
              <a:t>#grafico los resultados de los tres ejemplos de inteprolacion</a:t>
            </a:r>
          </a:p>
          <a:p>
            <a:pPr marL="0" indent="0">
              <a:buNone/>
            </a:pPr>
            <a:r>
              <a:rPr lang="es-CO"/>
              <a:t>import matplotlib.pyplot as plt</a:t>
            </a:r>
          </a:p>
          <a:p>
            <a:pPr marL="0" indent="0">
              <a:buNone/>
            </a:pPr>
            <a:r>
              <a:rPr lang="es-CO"/>
              <a:t>plt.subplot(221)</a:t>
            </a:r>
          </a:p>
          <a:p>
            <a:pPr marL="0" indent="0">
              <a:buNone/>
            </a:pPr>
            <a:r>
              <a:rPr lang="es-CO"/>
              <a:t>plt.imshow(func(grid_x, grid_y).T, extent=(0,1,0,1), origin='lower')</a:t>
            </a:r>
          </a:p>
          <a:p>
            <a:pPr marL="0" indent="0">
              <a:buNone/>
            </a:pPr>
            <a:r>
              <a:rPr lang="es-CO"/>
              <a:t>plt.plot(points[:,0], points[:,1], 'k.', ms=1)</a:t>
            </a:r>
          </a:p>
          <a:p>
            <a:pPr marL="0" indent="0">
              <a:buNone/>
            </a:pPr>
            <a:r>
              <a:rPr lang="es-CO"/>
              <a:t>plt.title('Original')</a:t>
            </a:r>
          </a:p>
          <a:p>
            <a:pPr marL="0" indent="0">
              <a:buNone/>
            </a:pPr>
            <a:r>
              <a:rPr lang="es-CO"/>
              <a:t>plt.subplot(222)</a:t>
            </a:r>
          </a:p>
          <a:p>
            <a:pPr marL="0" indent="0">
              <a:buNone/>
            </a:pPr>
            <a:r>
              <a:rPr lang="es-CO"/>
              <a:t>plt.imshow(grid_z0.T, extent=(0,1,0,1), origin='lower')</a:t>
            </a:r>
          </a:p>
          <a:p>
            <a:pPr marL="0" indent="0">
              <a:buNone/>
            </a:pPr>
            <a:r>
              <a:rPr lang="es-CO"/>
              <a:t>plt.title('Nearest')</a:t>
            </a:r>
          </a:p>
          <a:p>
            <a:pPr marL="0" indent="0">
              <a:buNone/>
            </a:pPr>
            <a:r>
              <a:rPr lang="es-CO"/>
              <a:t>plt.subplot(223)</a:t>
            </a:r>
          </a:p>
          <a:p>
            <a:pPr marL="0" indent="0">
              <a:buNone/>
            </a:pPr>
            <a:r>
              <a:rPr lang="es-CO"/>
              <a:t>plt.imshow(grid_z1.T, extent=(0,1,0,1), origin='lower')</a:t>
            </a:r>
          </a:p>
          <a:p>
            <a:pPr marL="0" indent="0">
              <a:buNone/>
            </a:pPr>
            <a:r>
              <a:rPr lang="es-CO"/>
              <a:t>plt.title('Linear')</a:t>
            </a:r>
          </a:p>
          <a:p>
            <a:pPr marL="0" indent="0">
              <a:buNone/>
            </a:pPr>
            <a:r>
              <a:rPr lang="es-CO"/>
              <a:t>plt.subplot(224)</a:t>
            </a:r>
          </a:p>
          <a:p>
            <a:pPr marL="0" indent="0">
              <a:buNone/>
            </a:pPr>
            <a:r>
              <a:rPr lang="es-CO"/>
              <a:t>plt.imshow(grid_z2.T, extent=(0,1,0,1), origin='lower')</a:t>
            </a:r>
          </a:p>
          <a:p>
            <a:pPr marL="0" indent="0">
              <a:buNone/>
            </a:pPr>
            <a:r>
              <a:rPr lang="es-CO"/>
              <a:t>plt.title('Cubic')</a:t>
            </a:r>
          </a:p>
          <a:p>
            <a:pPr marL="0" indent="0">
              <a:buNone/>
            </a:pPr>
            <a:r>
              <a:rPr lang="es-CO"/>
              <a:t>plt.gcf().set_size_inches(6, 6)</a:t>
            </a:r>
          </a:p>
          <a:p>
            <a:pPr marL="0" indent="0">
              <a:buNone/>
            </a:pPr>
            <a:r>
              <a:rPr lang="es-CO"/>
              <a:t>plt.show()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A2D05A-1681-BB41-AAA7-EABC15CE2BF6}"/>
              </a:ext>
            </a:extLst>
          </p:cNvPr>
          <p:cNvSpPr txBox="1"/>
          <p:nvPr/>
        </p:nvSpPr>
        <p:spPr>
          <a:xfrm>
            <a:off x="4835557" y="1745041"/>
            <a:ext cx="938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rgbClr val="FF0000"/>
                </a:solidFill>
              </a:rPr>
              <a:t>librerías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F3A107-DE16-DA4D-9AA8-A420FF5870DC}"/>
              </a:ext>
            </a:extLst>
          </p:cNvPr>
          <p:cNvSpPr txBox="1"/>
          <p:nvPr/>
        </p:nvSpPr>
        <p:spPr>
          <a:xfrm>
            <a:off x="4664446" y="329037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rgbClr val="FF0000"/>
                </a:solidFill>
              </a:rPr>
              <a:t>malla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FC567C-43AD-AF4F-9BC2-B6399AD664DD}"/>
              </a:ext>
            </a:extLst>
          </p:cNvPr>
          <p:cNvSpPr txBox="1"/>
          <p:nvPr/>
        </p:nvSpPr>
        <p:spPr>
          <a:xfrm>
            <a:off x="4577176" y="5509846"/>
            <a:ext cx="142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rgbClr val="FF0000"/>
                </a:solidFill>
              </a:rPr>
              <a:t>interpolación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1428CE6-7DC5-0743-8C99-BE43FF419C99}"/>
              </a:ext>
            </a:extLst>
          </p:cNvPr>
          <p:cNvSpPr txBox="1"/>
          <p:nvPr/>
        </p:nvSpPr>
        <p:spPr>
          <a:xfrm>
            <a:off x="10382346" y="6057656"/>
            <a:ext cx="1451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rgbClr val="FF0000"/>
                </a:solidFill>
              </a:rPr>
              <a:t>Comparando </a:t>
            </a:r>
          </a:p>
          <a:p>
            <a:r>
              <a:rPr lang="es-CO">
                <a:solidFill>
                  <a:srgbClr val="FF0000"/>
                </a:solidFill>
              </a:rPr>
              <a:t>graficas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73F6D04-FC03-4749-9114-892FD1F01CC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969477" y="1929707"/>
            <a:ext cx="2866080" cy="31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D5B2678-924E-C548-A70C-17B0A9E5362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552092" y="3475036"/>
            <a:ext cx="1112354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C8CE84A-7596-D94F-822F-80ACDF8109FF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108269" y="5694512"/>
            <a:ext cx="468907" cy="239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347D330-616C-D740-A95F-E8FAF003C017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9154352" y="5922719"/>
            <a:ext cx="1227994" cy="458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71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66D1-07F6-4747-A41D-5432EC3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USANDO PYTHON COMO HERRAMIENTA	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EDE5F65-3E9A-3D4C-8A97-19A7B94DE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4862" y="1281138"/>
            <a:ext cx="5439507" cy="5560141"/>
          </a:xfrm>
        </p:spPr>
      </p:pic>
    </p:spTree>
    <p:extLst>
      <p:ext uri="{BB962C8B-B14F-4D97-AF65-F5344CB8AC3E}">
        <p14:creationId xmlns:p14="http://schemas.microsoft.com/office/powerpoint/2010/main" val="882383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66D1-07F6-4747-A41D-5432EC3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USANDO PYTHON COMO HERRAMIENTA	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163075-D696-5B47-A43B-C769A8AFC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4"/>
            <a:ext cx="6019800" cy="5032375"/>
          </a:xfrm>
        </p:spPr>
        <p:txBody>
          <a:bodyPr vert="horz" lIns="91440" tIns="45720" rIns="91440" bIns="4572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s-CO"/>
              <a:t># Cargando la </a:t>
            </a:r>
            <a:r>
              <a:rPr lang="es-CO" err="1"/>
              <a:t>libreria</a:t>
            </a:r>
            <a:endParaRPr lang="es-CO" err="1">
              <a:cs typeface="Calibri"/>
            </a:endParaRPr>
          </a:p>
          <a:p>
            <a:pPr marL="0" indent="0">
              <a:buNone/>
            </a:pPr>
            <a:r>
              <a:rPr lang="es-CO" err="1"/>
              <a:t>import</a:t>
            </a:r>
            <a:r>
              <a:rPr lang="es-CO"/>
              <a:t> </a:t>
            </a:r>
            <a:r>
              <a:rPr lang="es-CO" err="1"/>
              <a:t>matplotlib.pyplot</a:t>
            </a:r>
            <a:r>
              <a:rPr lang="es-CO"/>
              <a:t> as </a:t>
            </a:r>
            <a:r>
              <a:rPr lang="es-CO" err="1"/>
              <a:t>plt</a:t>
            </a:r>
            <a:endParaRPr lang="es-CO" err="1">
              <a:cs typeface="Calibri"/>
            </a:endParaRPr>
          </a:p>
          <a:p>
            <a:pPr marL="0" indent="0">
              <a:buNone/>
            </a:pPr>
            <a:r>
              <a:rPr lang="es-CO" err="1"/>
              <a:t>import</a:t>
            </a:r>
            <a:r>
              <a:rPr lang="es-CO"/>
              <a:t> </a:t>
            </a:r>
            <a:r>
              <a:rPr lang="es-CO" err="1"/>
              <a:t>matplotlib.tri</a:t>
            </a:r>
            <a:r>
              <a:rPr lang="es-CO"/>
              <a:t> as tri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import</a:t>
            </a:r>
            <a:r>
              <a:rPr lang="es-CO"/>
              <a:t> </a:t>
            </a:r>
            <a:r>
              <a:rPr lang="es-CO" err="1"/>
              <a:t>numpy</a:t>
            </a:r>
            <a:r>
              <a:rPr lang="es-CO"/>
              <a:t> as </a:t>
            </a:r>
            <a:r>
              <a:rPr lang="es-CO" err="1"/>
              <a:t>np</a:t>
            </a:r>
            <a:endParaRPr lang="es-CO" err="1">
              <a:cs typeface="Calibri"/>
            </a:endParaRPr>
          </a:p>
          <a:p>
            <a:pPr marL="0" indent="0">
              <a:buNone/>
            </a:pPr>
            <a:r>
              <a:rPr lang="es-CO" err="1"/>
              <a:t>np.random.seed</a:t>
            </a:r>
            <a:r>
              <a:rPr lang="es-CO"/>
              <a:t>(19680801)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npts</a:t>
            </a:r>
            <a:r>
              <a:rPr lang="es-CO"/>
              <a:t> = 200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ngridx</a:t>
            </a:r>
            <a:r>
              <a:rPr lang="es-CO"/>
              <a:t> = 100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ngridy</a:t>
            </a:r>
            <a:r>
              <a:rPr lang="es-CO"/>
              <a:t> = 200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x = </a:t>
            </a:r>
            <a:r>
              <a:rPr lang="es-CO" err="1"/>
              <a:t>np.random.uniform</a:t>
            </a:r>
            <a:r>
              <a:rPr lang="es-CO"/>
              <a:t>(-2, 2, </a:t>
            </a:r>
            <a:r>
              <a:rPr lang="es-CO" err="1"/>
              <a:t>npts</a:t>
            </a:r>
            <a:r>
              <a:rPr lang="es-CO"/>
              <a:t>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y = </a:t>
            </a:r>
            <a:r>
              <a:rPr lang="es-CO" err="1"/>
              <a:t>np.random.uniform</a:t>
            </a:r>
            <a:r>
              <a:rPr lang="es-CO"/>
              <a:t>(-2, 2, </a:t>
            </a:r>
            <a:r>
              <a:rPr lang="es-CO" err="1"/>
              <a:t>npts</a:t>
            </a:r>
            <a:r>
              <a:rPr lang="es-CO"/>
              <a:t>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z = x * </a:t>
            </a:r>
            <a:r>
              <a:rPr lang="es-CO" err="1"/>
              <a:t>np.exp</a:t>
            </a:r>
            <a:r>
              <a:rPr lang="es-CO"/>
              <a:t>(-x**2 - y**2)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fig</a:t>
            </a:r>
            <a:r>
              <a:rPr lang="es-CO"/>
              <a:t>, (ax1, ax2) = </a:t>
            </a:r>
            <a:r>
              <a:rPr lang="es-CO" err="1"/>
              <a:t>plt.subplots</a:t>
            </a:r>
            <a:r>
              <a:rPr lang="es-CO"/>
              <a:t>(</a:t>
            </a:r>
            <a:r>
              <a:rPr lang="es-CO" err="1"/>
              <a:t>nrows</a:t>
            </a:r>
            <a:r>
              <a:rPr lang="es-CO"/>
              <a:t>=2)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# Interpolando una malla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# se crea la malla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xi = </a:t>
            </a:r>
            <a:r>
              <a:rPr lang="es-CO" err="1"/>
              <a:t>np.linspace</a:t>
            </a:r>
            <a:r>
              <a:rPr lang="es-CO"/>
              <a:t>(-2.1, 2.1, </a:t>
            </a:r>
            <a:r>
              <a:rPr lang="es-CO" err="1"/>
              <a:t>ngridx</a:t>
            </a:r>
            <a:r>
              <a:rPr lang="es-CO"/>
              <a:t>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yi</a:t>
            </a:r>
            <a:r>
              <a:rPr lang="es-CO"/>
              <a:t> = </a:t>
            </a:r>
            <a:r>
              <a:rPr lang="es-CO" err="1"/>
              <a:t>np.linspace</a:t>
            </a:r>
            <a:r>
              <a:rPr lang="es-CO"/>
              <a:t>(-2.1, 2.1, </a:t>
            </a:r>
            <a:r>
              <a:rPr lang="es-CO" err="1"/>
              <a:t>ngridy</a:t>
            </a:r>
            <a:r>
              <a:rPr lang="es-CO"/>
              <a:t>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# se hace una </a:t>
            </a:r>
            <a:r>
              <a:rPr lang="es-CO" err="1"/>
              <a:t>interpolacion</a:t>
            </a:r>
            <a:r>
              <a:rPr lang="es-CO"/>
              <a:t> lineal con los datos </a:t>
            </a:r>
            <a:r>
              <a:rPr lang="es-CO" err="1"/>
              <a:t>x,y</a:t>
            </a:r>
            <a:endParaRPr lang="es-CO" err="1">
              <a:cs typeface="Calibri"/>
            </a:endParaRPr>
          </a:p>
          <a:p>
            <a:pPr marL="0" indent="0">
              <a:buNone/>
            </a:pPr>
            <a:r>
              <a:rPr lang="es-CO"/>
              <a:t># en una grilla definida por espacios xi, </a:t>
            </a:r>
            <a:r>
              <a:rPr lang="es-CO" err="1"/>
              <a:t>yi</a:t>
            </a:r>
            <a:endParaRPr lang="es-CO" err="1">
              <a:cs typeface="Calibri"/>
            </a:endParaRPr>
          </a:p>
          <a:p>
            <a:pPr marL="0" indent="0">
              <a:buNone/>
            </a:pPr>
            <a:r>
              <a:rPr lang="es-CO" err="1"/>
              <a:t>triang</a:t>
            </a:r>
            <a:r>
              <a:rPr lang="es-CO"/>
              <a:t> = </a:t>
            </a:r>
            <a:r>
              <a:rPr lang="es-CO" err="1"/>
              <a:t>tri.Triangulation</a:t>
            </a:r>
            <a:r>
              <a:rPr lang="es-CO"/>
              <a:t>(x, y)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interpolator</a:t>
            </a:r>
            <a:r>
              <a:rPr lang="es-CO"/>
              <a:t> = </a:t>
            </a:r>
            <a:r>
              <a:rPr lang="es-CO" err="1"/>
              <a:t>tri.LinearTriInterpolator</a:t>
            </a:r>
            <a:r>
              <a:rPr lang="es-CO"/>
              <a:t>(</a:t>
            </a:r>
            <a:r>
              <a:rPr lang="es-CO" err="1"/>
              <a:t>triang</a:t>
            </a:r>
            <a:r>
              <a:rPr lang="es-CO"/>
              <a:t>, z)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Xi, Yi = </a:t>
            </a:r>
            <a:r>
              <a:rPr lang="es-CO" err="1"/>
              <a:t>np.meshgrid</a:t>
            </a:r>
            <a:r>
              <a:rPr lang="es-CO"/>
              <a:t>(xi, </a:t>
            </a:r>
            <a:r>
              <a:rPr lang="es-CO" err="1"/>
              <a:t>yi</a:t>
            </a:r>
            <a:r>
              <a:rPr lang="es-CO"/>
              <a:t>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zi</a:t>
            </a:r>
            <a:r>
              <a:rPr lang="es-CO"/>
              <a:t> = </a:t>
            </a:r>
            <a:r>
              <a:rPr lang="es-CO" err="1"/>
              <a:t>interpolator</a:t>
            </a:r>
            <a:r>
              <a:rPr lang="es-CO"/>
              <a:t>(Xi, Yi)</a:t>
            </a:r>
            <a:endParaRPr lang="es-CO">
              <a:cs typeface="Calibri"/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4B2C975-4CDF-5B45-BFF8-38E624153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6019799" cy="503237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/>
              <a:t>ax1.contour(xi, yi, zi, levels=14, linewidths=0.5, colors='k')</a:t>
            </a:r>
          </a:p>
          <a:p>
            <a:pPr marL="0" indent="0">
              <a:buNone/>
            </a:pPr>
            <a:r>
              <a:rPr lang="es-CO"/>
              <a:t>cntr1 = ax1.contourf(xi, yi, zi, levels=14, cmap="RdBu_r")</a:t>
            </a:r>
          </a:p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/>
              <a:t>fig.colorbar(cntr1, ax=ax1)</a:t>
            </a:r>
          </a:p>
          <a:p>
            <a:pPr marL="0" indent="0">
              <a:buNone/>
            </a:pPr>
            <a:r>
              <a:rPr lang="es-CO"/>
              <a:t>ax1.plot(x, y, 'ko', ms=3)</a:t>
            </a:r>
          </a:p>
          <a:p>
            <a:pPr marL="0" indent="0">
              <a:buNone/>
            </a:pPr>
            <a:r>
              <a:rPr lang="es-CO"/>
              <a:t>ax1.set(xlim=(-2, 2), ylim=(-2, 2))</a:t>
            </a:r>
          </a:p>
          <a:p>
            <a:pPr marL="0" indent="0">
              <a:buNone/>
            </a:pPr>
            <a:r>
              <a:rPr lang="es-CO"/>
              <a:t>ax1.set_title('grid and contour (%d points, %d grid points)' %</a:t>
            </a:r>
          </a:p>
          <a:p>
            <a:pPr marL="0" indent="0">
              <a:buNone/>
            </a:pPr>
            <a:r>
              <a:rPr lang="es-CO"/>
              <a:t>              (npts, ngridx * ngridy))</a:t>
            </a:r>
          </a:p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/>
              <a:t># aplicamos la tecnica para generar los contornos</a:t>
            </a:r>
          </a:p>
          <a:p>
            <a:pPr marL="0" indent="0">
              <a:buNone/>
            </a:pPr>
            <a:r>
              <a:rPr lang="es-CO"/>
              <a:t>ax2.tricontour(x, y, z, levels=14, linewidths=0.5, colors='k')</a:t>
            </a:r>
          </a:p>
          <a:p>
            <a:pPr marL="0" indent="0">
              <a:buNone/>
            </a:pPr>
            <a:r>
              <a:rPr lang="es-CO"/>
              <a:t>cntr2 = ax2.tricontourf(x, y, z, levels=14, cmap="RdBu_r")</a:t>
            </a:r>
          </a:p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/>
              <a:t>fig.colorbar(cntr2, ax=ax2)</a:t>
            </a:r>
          </a:p>
          <a:p>
            <a:pPr marL="0" indent="0">
              <a:buNone/>
            </a:pPr>
            <a:r>
              <a:rPr lang="es-CO"/>
              <a:t>ax2.plot(x, y, 'ko', ms=3)</a:t>
            </a:r>
          </a:p>
          <a:p>
            <a:pPr marL="0" indent="0">
              <a:buNone/>
            </a:pPr>
            <a:r>
              <a:rPr lang="es-CO"/>
              <a:t>ax2.set(xlim=(-2, 2), ylim=(-2, 2))</a:t>
            </a:r>
          </a:p>
          <a:p>
            <a:pPr marL="0" indent="0">
              <a:buNone/>
            </a:pPr>
            <a:r>
              <a:rPr lang="es-CO"/>
              <a:t>ax2.set_title('tricontour (%d points)' % npts)</a:t>
            </a:r>
          </a:p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/>
              <a:t>plt.subplots_adjust(hspace=0.5)</a:t>
            </a:r>
          </a:p>
          <a:p>
            <a:pPr marL="0" indent="0">
              <a:buNone/>
            </a:pPr>
            <a:r>
              <a:rPr lang="es-CO"/>
              <a:t>plt.show()</a:t>
            </a:r>
          </a:p>
          <a:p>
            <a:pPr marL="0" indent="0">
              <a:buNone/>
            </a:pPr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A2D05A-1681-BB41-AAA7-EABC15CE2BF6}"/>
              </a:ext>
            </a:extLst>
          </p:cNvPr>
          <p:cNvSpPr txBox="1"/>
          <p:nvPr/>
        </p:nvSpPr>
        <p:spPr>
          <a:xfrm>
            <a:off x="3212123" y="2532185"/>
            <a:ext cx="938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librerías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F3A107-DE16-DA4D-9AA8-A420FF5870DC}"/>
              </a:ext>
            </a:extLst>
          </p:cNvPr>
          <p:cNvSpPr txBox="1"/>
          <p:nvPr/>
        </p:nvSpPr>
        <p:spPr>
          <a:xfrm>
            <a:off x="3681258" y="3771818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malla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FC567C-43AD-AF4F-9BC2-B6399AD664DD}"/>
              </a:ext>
            </a:extLst>
          </p:cNvPr>
          <p:cNvSpPr txBox="1"/>
          <p:nvPr/>
        </p:nvSpPr>
        <p:spPr>
          <a:xfrm>
            <a:off x="3728151" y="5509846"/>
            <a:ext cx="142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interpolación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1428CE6-7DC5-0743-8C99-BE43FF419C99}"/>
              </a:ext>
            </a:extLst>
          </p:cNvPr>
          <p:cNvSpPr txBox="1"/>
          <p:nvPr/>
        </p:nvSpPr>
        <p:spPr>
          <a:xfrm>
            <a:off x="10410092" y="4920517"/>
            <a:ext cx="1159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Contornos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73F6D04-FC03-4749-9114-892FD1F01CC7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1629508" y="2532185"/>
            <a:ext cx="1582615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D5B2678-924E-C548-A70C-17B0A9E53623}"/>
              </a:ext>
            </a:extLst>
          </p:cNvPr>
          <p:cNvCxnSpPr>
            <a:stCxn id="9" idx="1"/>
          </p:cNvCxnSpPr>
          <p:nvPr/>
        </p:nvCxnSpPr>
        <p:spPr>
          <a:xfrm flipH="1">
            <a:off x="2133600" y="3956484"/>
            <a:ext cx="1547658" cy="133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C8CE84A-7596-D94F-822F-80ACDF8109FF}"/>
              </a:ext>
            </a:extLst>
          </p:cNvPr>
          <p:cNvCxnSpPr/>
          <p:nvPr/>
        </p:nvCxnSpPr>
        <p:spPr>
          <a:xfrm flipH="1">
            <a:off x="1301262" y="5694512"/>
            <a:ext cx="2379996" cy="931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347D330-616C-D740-A95F-E8FAF003C017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9182098" y="4459247"/>
            <a:ext cx="1227994" cy="645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501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66D1-07F6-4747-A41D-5432EC3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USANDO PYTHON COMO HERRAMIENTA	</a:t>
            </a:r>
          </a:p>
        </p:txBody>
      </p:sp>
      <p:pic>
        <p:nvPicPr>
          <p:cNvPr id="21" name="Marcador de contenido 20">
            <a:extLst>
              <a:ext uri="{FF2B5EF4-FFF2-40B4-BE49-F238E27FC236}">
                <a16:creationId xmlns:a16="http://schemas.microsoft.com/office/drawing/2014/main" id="{6F1D13AA-FCFE-6746-A04F-4CAAAACDE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750" y="1353864"/>
            <a:ext cx="7327087" cy="5504136"/>
          </a:xfrm>
        </p:spPr>
      </p:pic>
    </p:spTree>
    <p:extLst>
      <p:ext uri="{BB962C8B-B14F-4D97-AF65-F5344CB8AC3E}">
        <p14:creationId xmlns:p14="http://schemas.microsoft.com/office/powerpoint/2010/main" val="180626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66D1-07F6-4747-A41D-5432EC3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USANDO PYTHON COMO HERRAMIENTA	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AEF2A-853F-5E44-9A3E-DA0B52EDF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/>
              <a:t>EJERCICIO</a:t>
            </a:r>
          </a:p>
          <a:p>
            <a:pPr marL="0" indent="0">
              <a:buNone/>
            </a:pPr>
            <a:r>
              <a:rPr lang="es-CO"/>
              <a:t>Tome la base de datos de las partículas 2.5m de la contaminación de la ciudad de Medellín, y construya una grilla que muestre los contornos y los niveles de intensidad de la última medición disponible en una resolución de 100 metros de distancia.</a:t>
            </a:r>
            <a:endParaRPr lang="es-CO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288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266D1-07F6-4747-A41D-5432EC3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USANDO PYTHON COMO HERRAMIENTA	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973817-3435-D140-9D0B-086DCE94B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s-CO">
                <a:solidFill>
                  <a:srgbClr val="FF0000"/>
                </a:solidFill>
              </a:rPr>
              <a:t>Ejemplo para capturar los datos</a:t>
            </a:r>
          </a:p>
          <a:p>
            <a:pPr marL="0" indent="0">
              <a:buNone/>
            </a:pPr>
            <a:endParaRPr lang="es-CO"/>
          </a:p>
          <a:p>
            <a:pPr marL="0" indent="0">
              <a:buNone/>
            </a:pPr>
            <a:r>
              <a:rPr lang="es-CO" err="1"/>
              <a:t>import</a:t>
            </a:r>
            <a:r>
              <a:rPr lang="es-CO"/>
              <a:t> pandas as </a:t>
            </a:r>
            <a:r>
              <a:rPr lang="es-CO" err="1"/>
              <a:t>pd</a:t>
            </a:r>
            <a:endParaRPr lang="es-CO" err="1">
              <a:cs typeface="Calibri"/>
            </a:endParaRPr>
          </a:p>
          <a:p>
            <a:pPr marL="0" indent="0">
              <a:buNone/>
            </a:pPr>
            <a:r>
              <a:rPr lang="es-CO" err="1"/>
              <a:t>customer_json_file</a:t>
            </a:r>
            <a:r>
              <a:rPr lang="es-CO"/>
              <a:t> ='Datos_SIATA_Aire_pm25.json'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customers_json</a:t>
            </a:r>
            <a:r>
              <a:rPr lang="es-CO"/>
              <a:t> = </a:t>
            </a:r>
            <a:r>
              <a:rPr lang="es-CO" err="1"/>
              <a:t>pd.read_json</a:t>
            </a:r>
            <a:r>
              <a:rPr lang="es-CO"/>
              <a:t>(</a:t>
            </a:r>
            <a:r>
              <a:rPr lang="es-CO" err="1"/>
              <a:t>customer_json_file</a:t>
            </a:r>
            <a:r>
              <a:rPr lang="es-CO"/>
              <a:t>, </a:t>
            </a:r>
            <a:r>
              <a:rPr lang="es-CO" err="1"/>
              <a:t>convert_dates</a:t>
            </a:r>
            <a:r>
              <a:rPr lang="es-CO"/>
              <a:t>=True)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latitudes = </a:t>
            </a:r>
            <a:r>
              <a:rPr lang="es-CO" err="1"/>
              <a:t>customers_json.latitud.values.tolist</a:t>
            </a:r>
            <a:r>
              <a:rPr lang="es-CO"/>
              <a:t>()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longitudes = </a:t>
            </a:r>
            <a:r>
              <a:rPr lang="es-CO" err="1"/>
              <a:t>customers_json.longitud.values.tolist</a:t>
            </a:r>
            <a:r>
              <a:rPr lang="es-CO"/>
              <a:t>()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fecha = </a:t>
            </a:r>
            <a:r>
              <a:rPr lang="es-CO" err="1"/>
              <a:t>customers_json.datos</a:t>
            </a:r>
            <a:r>
              <a:rPr lang="es-CO"/>
              <a:t>[1][-1].</a:t>
            </a:r>
            <a:r>
              <a:rPr lang="es-CO" err="1"/>
              <a:t>get</a:t>
            </a:r>
            <a:r>
              <a:rPr lang="es-CO"/>
              <a:t>('fecha').</a:t>
            </a:r>
            <a:r>
              <a:rPr lang="es-CO" err="1"/>
              <a:t>values.tolist</a:t>
            </a:r>
            <a:r>
              <a:rPr lang="es-CO"/>
              <a:t>()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m=[]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 err="1"/>
              <a:t>for</a:t>
            </a:r>
            <a:r>
              <a:rPr lang="es-CO"/>
              <a:t> i in </a:t>
            </a:r>
            <a:r>
              <a:rPr lang="es-CO" err="1"/>
              <a:t>range</a:t>
            </a:r>
            <a:r>
              <a:rPr lang="es-CO"/>
              <a:t>(21):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    </a:t>
            </a:r>
            <a:r>
              <a:rPr lang="es-CO" err="1"/>
              <a:t>m.append</a:t>
            </a:r>
            <a:r>
              <a:rPr lang="es-CO"/>
              <a:t>(</a:t>
            </a:r>
            <a:r>
              <a:rPr lang="es-CO" err="1"/>
              <a:t>customers_json.datos</a:t>
            </a:r>
            <a:r>
              <a:rPr lang="es-CO"/>
              <a:t>[i][-1].</a:t>
            </a:r>
            <a:r>
              <a:rPr lang="es-CO" err="1"/>
              <a:t>get</a:t>
            </a:r>
            <a:r>
              <a:rPr lang="es-CO"/>
              <a:t>('valor'))</a:t>
            </a:r>
            <a:endParaRPr lang="es-CO">
              <a:cs typeface="Calibri"/>
            </a:endParaRPr>
          </a:p>
          <a:p>
            <a:pPr marL="0" indent="0">
              <a:buNone/>
            </a:pPr>
            <a:r>
              <a:rPr lang="es-CO"/>
              <a:t># en la variable m esta el nivel de la ultima fecha</a:t>
            </a:r>
            <a:endParaRPr lang="es-CO">
              <a:cs typeface="Calibri"/>
            </a:endParaRPr>
          </a:p>
          <a:p>
            <a:pPr marL="0" indent="0">
              <a:buNone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23871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2283bc-ba04-4ab8-9f6b-1f96a96755cd" xsi:nil="true"/>
    <lcf76f155ced4ddcb4097134ff3c332f xmlns="a56da131-51c8-474b-82c4-87a2265dd7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07D2D7BDD7E4687715376EFEF2C48" ma:contentTypeVersion="10" ma:contentTypeDescription="Create a new document." ma:contentTypeScope="" ma:versionID="1d596e04befbebf57d47d11c830699ac">
  <xsd:schema xmlns:xsd="http://www.w3.org/2001/XMLSchema" xmlns:xs="http://www.w3.org/2001/XMLSchema" xmlns:p="http://schemas.microsoft.com/office/2006/metadata/properties" xmlns:ns2="a56da131-51c8-474b-82c4-87a2265dd7dc" xmlns:ns3="152283bc-ba04-4ab8-9f6b-1f96a96755cd" targetNamespace="http://schemas.microsoft.com/office/2006/metadata/properties" ma:root="true" ma:fieldsID="7b2bdf44b47fba4ad4975a9fdc367a6d" ns2:_="" ns3:_="">
    <xsd:import namespace="a56da131-51c8-474b-82c4-87a2265dd7dc"/>
    <xsd:import namespace="152283bc-ba04-4ab8-9f6b-1f96a96755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da131-51c8-474b-82c4-87a2265dd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9eb28b8-418d-4e4f-834a-21a5a75d3e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2283bc-ba04-4ab8-9f6b-1f96a96755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5ddc29-0582-4f0f-a49e-9566dd7b31c6}" ma:internalName="TaxCatchAll" ma:showField="CatchAllData" ma:web="152283bc-ba04-4ab8-9f6b-1f96a96755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848623-19AA-4D66-978A-86F13EF28DB2}">
  <ds:schemaRefs>
    <ds:schemaRef ds:uri="068c6bb6-37d1-40ba-8cf9-73eea7e05ddb"/>
    <ds:schemaRef ds:uri="152283bc-ba04-4ab8-9f6b-1f96a96755cd"/>
    <ds:schemaRef ds:uri="2f732e0a-2be0-4fdc-ab49-d5ab1599db08"/>
    <ds:schemaRef ds:uri="491053b4-4183-496b-82ba-aa5cb2e5ba77"/>
    <ds:schemaRef ds:uri="4e7d5fc5-bb5c-40ec-af1a-c09e8288b271"/>
    <ds:schemaRef ds:uri="6829990f-4afb-4f2e-980d-658e49402902"/>
    <ds:schemaRef ds:uri="a56da131-51c8-474b-82c4-87a2265dd7dc"/>
    <ds:schemaRef ds:uri="ab4bd7e0-566f-4a89-b0e6-439dafa68420"/>
    <ds:schemaRef ds:uri="b3f3823a-4102-46a2-8ce0-0196d5f885f5"/>
    <ds:schemaRef ds:uri="bca7e5b0-96ab-4c73-b6f8-c096d341822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7A43D38-411B-480B-98C6-F2E7B450B7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E5817D-67BD-49C0-9F1D-8CE03ED3F205}">
  <ds:schemaRefs>
    <ds:schemaRef ds:uri="152283bc-ba04-4ab8-9f6b-1f96a96755cd"/>
    <ds:schemaRef ds:uri="a56da131-51c8-474b-82c4-87a2265dd7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Tema de Office</vt:lpstr>
      <vt:lpstr>ETL 1</vt:lpstr>
      <vt:lpstr>Temas de hoy</vt:lpstr>
      <vt:lpstr>ARQUITECTURA</vt:lpstr>
      <vt:lpstr>ARQUITECTURA</vt:lpstr>
      <vt:lpstr>MODELOS DE DATOS PARA IoT</vt:lpstr>
      <vt:lpstr>MODELOS DE DATOS PARA IoT</vt:lpstr>
      <vt:lpstr>MODELOS DE DATOS PARA IoT</vt:lpstr>
      <vt:lpstr>MODELOS DE DATOS PARA IoT</vt:lpstr>
      <vt:lpstr>MODELOS DE DATOS PARA IoT</vt:lpstr>
      <vt:lpstr>USANDO PYTHON COMO HERRAMIENTA </vt:lpstr>
      <vt:lpstr>USANDO PYTHON COMO HERRAMIENTA </vt:lpstr>
      <vt:lpstr>USANDO PYTHON COMO HERRAMIENTA </vt:lpstr>
      <vt:lpstr>USANDO PYTHON COMO HERRAMIENTA </vt:lpstr>
      <vt:lpstr>USANDO PYTHON COMO HERRAMIENTA </vt:lpstr>
      <vt:lpstr>USANDO PYTHON COMO HERRAMIENTA </vt:lpstr>
      <vt:lpstr>USANDO PYTHON COMO HERRAMIENTA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Virtual 17 de marzo</dc:title>
  <dc:creator>Leonardo Betancur Agudelo</dc:creator>
  <cp:revision>1</cp:revision>
  <dcterms:created xsi:type="dcterms:W3CDTF">2020-03-17T13:16:21Z</dcterms:created>
  <dcterms:modified xsi:type="dcterms:W3CDTF">2026-09-17T13:49:50Z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0x0101004AB07D2D7BDD7E4687715376EFEF2C48</vt:lpwstr>
  </property>
  <property fmtid="{D5CDD505-2E9C-101B-9397-08002B2CF9AE}" pid="3" name="MediaServiceImageTags">
    <vt:lpwstr/>
  </property>
  <property fmtid="{D5CDD505-2E9C-101B-9397-08002B2CF9AE}" pid="4" name="Order">
    <vt:r8>2300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