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512" r:id="rId8"/>
    <p:sldId id="513" r:id="rId9"/>
    <p:sldId id="514" r:id="rId10"/>
    <p:sldId id="516" r:id="rId11"/>
    <p:sldId id="517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6925A-AB6B-48F6-88B4-7F8C552668A7}" v="1" dt="2024-10-10T13:36:48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Betancur Agudelo" userId="S::leonardo.betancur@upb.edu.co::a3f3de06-0858-4298-8f47-441574265671" providerId="AD" clId="Web-{1B13CF28-8166-4096-BFB4-F4AADCBF75E4}"/>
    <pc:docChg chg="delSld">
      <pc:chgData name="Leonardo Betancur Agudelo" userId="S::leonardo.betancur@upb.edu.co::a3f3de06-0858-4298-8f47-441574265671" providerId="AD" clId="Web-{1B13CF28-8166-4096-BFB4-F4AADCBF75E4}" dt="2022-04-05T18:38:59.723" v="0"/>
      <pc:docMkLst>
        <pc:docMk/>
      </pc:docMkLst>
      <pc:sldChg chg="del">
        <pc:chgData name="Leonardo Betancur Agudelo" userId="S::leonardo.betancur@upb.edu.co::a3f3de06-0858-4298-8f47-441574265671" providerId="AD" clId="Web-{1B13CF28-8166-4096-BFB4-F4AADCBF75E4}" dt="2022-04-05T18:38:59.723" v="0"/>
        <pc:sldMkLst>
          <pc:docMk/>
          <pc:sldMk cId="3420564736" sldId="515"/>
        </pc:sldMkLst>
      </pc:sldChg>
    </pc:docChg>
  </pc:docChgLst>
  <pc:docChgLst>
    <pc:chgData name="Leonardo Betancur Agudelo" userId="S::leonardo.betancur@upb.edu.co::a3f3de06-0858-4298-8f47-441574265671" providerId="AD" clId="Web-{C3D6ADCF-8DFC-49A9-898B-09240C48DBF5}"/>
    <pc:docChg chg="addSld modSld">
      <pc:chgData name="Leonardo Betancur Agudelo" userId="S::leonardo.betancur@upb.edu.co::a3f3de06-0858-4298-8f47-441574265671" providerId="AD" clId="Web-{C3D6ADCF-8DFC-49A9-898B-09240C48DBF5}" dt="2023-10-03T19:31:18.316" v="266" actId="1076"/>
      <pc:docMkLst>
        <pc:docMk/>
      </pc:docMkLst>
      <pc:sldChg chg="addSp delSp modSp new">
        <pc:chgData name="Leonardo Betancur Agudelo" userId="S::leonardo.betancur@upb.edu.co::a3f3de06-0858-4298-8f47-441574265671" providerId="AD" clId="Web-{C3D6ADCF-8DFC-49A9-898B-09240C48DBF5}" dt="2023-10-03T19:31:18.316" v="266" actId="1076"/>
        <pc:sldMkLst>
          <pc:docMk/>
          <pc:sldMk cId="1945721528" sldId="517"/>
        </pc:sldMkLst>
        <pc:spChg chg="del">
          <ac:chgData name="Leonardo Betancur Agudelo" userId="S::leonardo.betancur@upb.edu.co::a3f3de06-0858-4298-8f47-441574265671" providerId="AD" clId="Web-{C3D6ADCF-8DFC-49A9-898B-09240C48DBF5}" dt="2023-10-03T19:25:27.369" v="1"/>
          <ac:spMkLst>
            <pc:docMk/>
            <pc:sldMk cId="1945721528" sldId="517"/>
            <ac:spMk id="2" creationId="{0F9D6DF5-07A3-63FB-AA31-DF4F1E354256}"/>
          </ac:spMkLst>
        </pc:spChg>
        <pc:spChg chg="del">
          <ac:chgData name="Leonardo Betancur Agudelo" userId="S::leonardo.betancur@upb.edu.co::a3f3de06-0858-4298-8f47-441574265671" providerId="AD" clId="Web-{C3D6ADCF-8DFC-49A9-898B-09240C48DBF5}" dt="2023-10-03T19:25:28.634" v="2"/>
          <ac:spMkLst>
            <pc:docMk/>
            <pc:sldMk cId="1945721528" sldId="517"/>
            <ac:spMk id="3" creationId="{8B5CF338-40CD-01C9-7043-D5A55BCE6758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691" v="254" actId="1076"/>
          <ac:spMkLst>
            <pc:docMk/>
            <pc:sldMk cId="1945721528" sldId="517"/>
            <ac:spMk id="8" creationId="{8E1A5739-854B-1E69-2032-9B773D32BEAC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07" v="255" actId="1076"/>
          <ac:spMkLst>
            <pc:docMk/>
            <pc:sldMk cId="1945721528" sldId="517"/>
            <ac:spMk id="9" creationId="{357E4B55-0350-007C-E67D-40C363EA624D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07" v="256" actId="1076"/>
          <ac:spMkLst>
            <pc:docMk/>
            <pc:sldMk cId="1945721528" sldId="517"/>
            <ac:spMk id="10" creationId="{010CC231-ABDC-55B9-0AE1-FE898FB42796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22" v="257" actId="1076"/>
          <ac:spMkLst>
            <pc:docMk/>
            <pc:sldMk cId="1945721528" sldId="517"/>
            <ac:spMk id="11" creationId="{EF41FD09-CC71-6758-8487-61B3F99B87B7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38" v="258" actId="1076"/>
          <ac:spMkLst>
            <pc:docMk/>
            <pc:sldMk cId="1945721528" sldId="517"/>
            <ac:spMk id="12" creationId="{C563A9A7-4A13-A26F-80D5-B702813F1209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54" v="259" actId="1076"/>
          <ac:spMkLst>
            <pc:docMk/>
            <pc:sldMk cId="1945721528" sldId="517"/>
            <ac:spMk id="13" creationId="{1A18C114-D789-F3DD-9B36-30F2A8947271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69" v="260" actId="1076"/>
          <ac:spMkLst>
            <pc:docMk/>
            <pc:sldMk cId="1945721528" sldId="517"/>
            <ac:spMk id="14" creationId="{F55424B7-0286-E3F6-A2B2-55E487D5DCE9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69" v="261" actId="1076"/>
          <ac:spMkLst>
            <pc:docMk/>
            <pc:sldMk cId="1945721528" sldId="517"/>
            <ac:spMk id="15" creationId="{AB551796-D30F-38AE-DCDC-96174927D88F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785" v="262" actId="1076"/>
          <ac:spMkLst>
            <pc:docMk/>
            <pc:sldMk cId="1945721528" sldId="517"/>
            <ac:spMk id="16" creationId="{2FDB060E-964B-DFBE-8E29-F0464D7103B4}"/>
          </ac:spMkLst>
        </pc:spChg>
        <pc:spChg chg="add mod">
          <ac:chgData name="Leonardo Betancur Agudelo" userId="S::leonardo.betancur@upb.edu.co::a3f3de06-0858-4298-8f47-441574265671" providerId="AD" clId="Web-{C3D6ADCF-8DFC-49A9-898B-09240C48DBF5}" dt="2023-10-03T19:31:04.800" v="263" actId="1076"/>
          <ac:spMkLst>
            <pc:docMk/>
            <pc:sldMk cId="1945721528" sldId="517"/>
            <ac:spMk id="17" creationId="{3BF4E3E7-109E-BE3C-7753-9BFE2CA71E8C}"/>
          </ac:spMkLst>
        </pc:spChg>
        <pc:spChg chg="add mod ord">
          <ac:chgData name="Leonardo Betancur Agudelo" userId="S::leonardo.betancur@upb.edu.co::a3f3de06-0858-4298-8f47-441574265671" providerId="AD" clId="Web-{C3D6ADCF-8DFC-49A9-898B-09240C48DBF5}" dt="2023-10-03T19:31:18.316" v="266" actId="1076"/>
          <ac:spMkLst>
            <pc:docMk/>
            <pc:sldMk cId="1945721528" sldId="517"/>
            <ac:spMk id="18" creationId="{9CD5EFE3-F409-7E04-CCA4-3E1524A7D964}"/>
          </ac:spMkLst>
        </pc:spChg>
        <pc:inkChg chg="add del">
          <ac:chgData name="Leonardo Betancur Agudelo" userId="S::leonardo.betancur@upb.edu.co::a3f3de06-0858-4298-8f47-441574265671" providerId="AD" clId="Web-{C3D6ADCF-8DFC-49A9-898B-09240C48DBF5}" dt="2023-10-03T19:25:54.916" v="7"/>
          <ac:inkMkLst>
            <pc:docMk/>
            <pc:sldMk cId="1945721528" sldId="517"/>
            <ac:inkMk id="4" creationId="{48479918-1365-CBEA-F1FF-6B8C27FD63B7}"/>
          </ac:inkMkLst>
        </pc:inkChg>
        <pc:inkChg chg="add del">
          <ac:chgData name="Leonardo Betancur Agudelo" userId="S::leonardo.betancur@upb.edu.co::a3f3de06-0858-4298-8f47-441574265671" providerId="AD" clId="Web-{C3D6ADCF-8DFC-49A9-898B-09240C48DBF5}" dt="2023-10-03T19:25:59.229" v="9"/>
          <ac:inkMkLst>
            <pc:docMk/>
            <pc:sldMk cId="1945721528" sldId="517"/>
            <ac:inkMk id="5" creationId="{97ECC38B-07D8-AD4E-DCAD-663C16514B4D}"/>
          </ac:inkMkLst>
        </pc:inkChg>
        <pc:inkChg chg="add del">
          <ac:chgData name="Leonardo Betancur Agudelo" userId="S::leonardo.betancur@upb.edu.co::a3f3de06-0858-4298-8f47-441574265671" providerId="AD" clId="Web-{C3D6ADCF-8DFC-49A9-898B-09240C48DBF5}" dt="2023-10-03T19:25:56.526" v="8"/>
          <ac:inkMkLst>
            <pc:docMk/>
            <pc:sldMk cId="1945721528" sldId="517"/>
            <ac:inkMk id="6" creationId="{653BE1EB-7C60-61F4-F3E1-8A78AC0306ED}"/>
          </ac:inkMkLst>
        </pc:inkChg>
        <pc:inkChg chg="add">
          <ac:chgData name="Leonardo Betancur Agudelo" userId="S::leonardo.betancur@upb.edu.co::a3f3de06-0858-4298-8f47-441574265671" providerId="AD" clId="Web-{C3D6ADCF-8DFC-49A9-898B-09240C48DBF5}" dt="2023-10-03T19:25:49.948" v="6"/>
          <ac:inkMkLst>
            <pc:docMk/>
            <pc:sldMk cId="1945721528" sldId="517"/>
            <ac:inkMk id="7" creationId="{9D458EFE-457A-96B8-F084-103D7EF4C45D}"/>
          </ac:inkMkLst>
        </pc:inkChg>
      </pc:sldChg>
    </pc:docChg>
  </pc:docChgLst>
  <pc:docChgLst>
    <pc:chgData name="Pablo Loaiza Perez" userId="ae144778-f4b1-4881-a63c-7e6046a05a00" providerId="ADAL" clId="{5446925A-AB6B-48F6-88B4-7F8C552668A7}"/>
    <pc:docChg chg="modSld">
      <pc:chgData name="Pablo Loaiza Perez" userId="ae144778-f4b1-4881-a63c-7e6046a05a00" providerId="ADAL" clId="{5446925A-AB6B-48F6-88B4-7F8C552668A7}" dt="2024-10-10T13:36:48.132" v="0" actId="1038"/>
      <pc:docMkLst>
        <pc:docMk/>
      </pc:docMkLst>
      <pc:sldChg chg="modSp mod">
        <pc:chgData name="Pablo Loaiza Perez" userId="ae144778-f4b1-4881-a63c-7e6046a05a00" providerId="ADAL" clId="{5446925A-AB6B-48F6-88B4-7F8C552668A7}" dt="2024-10-10T13:36:48.132" v="0" actId="1038"/>
        <pc:sldMkLst>
          <pc:docMk/>
          <pc:sldMk cId="2717614998" sldId="512"/>
        </pc:sldMkLst>
        <pc:picChg chg="mod">
          <ac:chgData name="Pablo Loaiza Perez" userId="ae144778-f4b1-4881-a63c-7e6046a05a00" providerId="ADAL" clId="{5446925A-AB6B-48F6-88B4-7F8C552668A7}" dt="2024-10-10T13:36:48.132" v="0" actId="1038"/>
          <ac:picMkLst>
            <pc:docMk/>
            <pc:sldMk cId="2717614998" sldId="512"/>
            <ac:picMk id="11" creationId="{3B1E89C7-2B89-8342-B346-237C6012725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24A12D-D83A-42EA-893D-BD8968CD07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8184D00-58D9-42E4-929E-FDD9A7803E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/>
            <a:t>Teorico: aplicación del modelo de toma de decisión</a:t>
          </a:r>
          <a:endParaRPr lang="en-US"/>
        </a:p>
      </dgm:t>
    </dgm:pt>
    <dgm:pt modelId="{55D09F8B-E6EF-443C-86BE-8E177783CC9D}" type="parTrans" cxnId="{C1503AAF-C385-4DF1-94C8-FDE289A056A3}">
      <dgm:prSet/>
      <dgm:spPr/>
      <dgm:t>
        <a:bodyPr/>
        <a:lstStyle/>
        <a:p>
          <a:endParaRPr lang="en-US"/>
        </a:p>
      </dgm:t>
    </dgm:pt>
    <dgm:pt modelId="{6A7D19CD-2471-4889-8AA0-ABE06E796E2E}" type="sibTrans" cxnId="{C1503AAF-C385-4DF1-94C8-FDE289A056A3}">
      <dgm:prSet/>
      <dgm:spPr/>
      <dgm:t>
        <a:bodyPr/>
        <a:lstStyle/>
        <a:p>
          <a:endParaRPr lang="en-US"/>
        </a:p>
      </dgm:t>
    </dgm:pt>
    <dgm:pt modelId="{5AC45222-430D-4B61-9A59-CFC7A696060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/>
            <a:t>Práctico: ASESORÍA PERSONALIZADA EN LA solución del ejemplo de p2.5 M en medellín</a:t>
          </a:r>
          <a:endParaRPr lang="en-US"/>
        </a:p>
      </dgm:t>
    </dgm:pt>
    <dgm:pt modelId="{D3F9A38B-51D2-49F2-BCD4-96D7FBBE72A0}" type="parTrans" cxnId="{2E2A1651-00AA-4188-B9E2-3028A9416C6E}">
      <dgm:prSet/>
      <dgm:spPr/>
      <dgm:t>
        <a:bodyPr/>
        <a:lstStyle/>
        <a:p>
          <a:endParaRPr lang="en-US"/>
        </a:p>
      </dgm:t>
    </dgm:pt>
    <dgm:pt modelId="{A2A40F53-FF50-4301-B7CA-307FD25C2E5C}" type="sibTrans" cxnId="{2E2A1651-00AA-4188-B9E2-3028A9416C6E}">
      <dgm:prSet/>
      <dgm:spPr/>
      <dgm:t>
        <a:bodyPr/>
        <a:lstStyle/>
        <a:p>
          <a:endParaRPr lang="en-US"/>
        </a:p>
      </dgm:t>
    </dgm:pt>
    <dgm:pt modelId="{C5216B9D-3087-405C-BE30-2E3EC6C9C9D7}" type="pres">
      <dgm:prSet presAssocID="{2A24A12D-D83A-42EA-893D-BD8968CD07AE}" presName="root" presStyleCnt="0">
        <dgm:presLayoutVars>
          <dgm:dir/>
          <dgm:resizeHandles val="exact"/>
        </dgm:presLayoutVars>
      </dgm:prSet>
      <dgm:spPr/>
    </dgm:pt>
    <dgm:pt modelId="{61ACC2D8-D941-4F24-87F9-86043CB78EFC}" type="pres">
      <dgm:prSet presAssocID="{58184D00-58D9-42E4-929E-FDD9A7803EEF}" presName="compNode" presStyleCnt="0"/>
      <dgm:spPr/>
    </dgm:pt>
    <dgm:pt modelId="{C240A140-3357-42CF-8681-288676C9C93E}" type="pres">
      <dgm:prSet presAssocID="{58184D00-58D9-42E4-929E-FDD9A7803EEF}" presName="iconBgRect" presStyleLbl="bgShp" presStyleIdx="0" presStyleCnt="2"/>
      <dgm:spPr/>
    </dgm:pt>
    <dgm:pt modelId="{835CA930-52E1-4343-9A8B-797607A8504B}" type="pres">
      <dgm:prSet presAssocID="{58184D00-58D9-42E4-929E-FDD9A7803EE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DB7C62F-0E1F-46BB-80F1-C3C6D7D4F32C}" type="pres">
      <dgm:prSet presAssocID="{58184D00-58D9-42E4-929E-FDD9A7803EEF}" presName="spaceRect" presStyleCnt="0"/>
      <dgm:spPr/>
    </dgm:pt>
    <dgm:pt modelId="{D83B8F7B-D061-457B-9FEB-53A0FEC6C04C}" type="pres">
      <dgm:prSet presAssocID="{58184D00-58D9-42E4-929E-FDD9A7803EEF}" presName="textRect" presStyleLbl="revTx" presStyleIdx="0" presStyleCnt="2">
        <dgm:presLayoutVars>
          <dgm:chMax val="1"/>
          <dgm:chPref val="1"/>
        </dgm:presLayoutVars>
      </dgm:prSet>
      <dgm:spPr/>
    </dgm:pt>
    <dgm:pt modelId="{D2BB7C0D-6CBC-4676-8530-5BBE6B7088E9}" type="pres">
      <dgm:prSet presAssocID="{6A7D19CD-2471-4889-8AA0-ABE06E796E2E}" presName="sibTrans" presStyleCnt="0"/>
      <dgm:spPr/>
    </dgm:pt>
    <dgm:pt modelId="{71A991A1-448C-442D-9E77-B1953839E530}" type="pres">
      <dgm:prSet presAssocID="{5AC45222-430D-4B61-9A59-CFC7A696060E}" presName="compNode" presStyleCnt="0"/>
      <dgm:spPr/>
    </dgm:pt>
    <dgm:pt modelId="{127C34D9-9982-427A-9007-D605C6B43FD7}" type="pres">
      <dgm:prSet presAssocID="{5AC45222-430D-4B61-9A59-CFC7A696060E}" presName="iconBgRect" presStyleLbl="bgShp" presStyleIdx="1" presStyleCnt="2"/>
      <dgm:spPr/>
    </dgm:pt>
    <dgm:pt modelId="{D18B46C6-681C-4831-B253-53D668FCF12C}" type="pres">
      <dgm:prSet presAssocID="{5AC45222-430D-4B61-9A59-CFC7A69606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D0CD8D6-F753-480F-AF1E-0C730DA768D0}" type="pres">
      <dgm:prSet presAssocID="{5AC45222-430D-4B61-9A59-CFC7A696060E}" presName="spaceRect" presStyleCnt="0"/>
      <dgm:spPr/>
    </dgm:pt>
    <dgm:pt modelId="{DAAB6E77-1AAF-4EA6-8A84-4DCF7366FE7D}" type="pres">
      <dgm:prSet presAssocID="{5AC45222-430D-4B61-9A59-CFC7A696060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781330D-A9BC-49E4-A9EC-A24A8A2CD276}" type="presOf" srcId="{2A24A12D-D83A-42EA-893D-BD8968CD07AE}" destId="{C5216B9D-3087-405C-BE30-2E3EC6C9C9D7}" srcOrd="0" destOrd="0" presId="urn:microsoft.com/office/officeart/2018/5/layout/IconCircleLabelList"/>
    <dgm:cxn modelId="{2E2A1651-00AA-4188-B9E2-3028A9416C6E}" srcId="{2A24A12D-D83A-42EA-893D-BD8968CD07AE}" destId="{5AC45222-430D-4B61-9A59-CFC7A696060E}" srcOrd="1" destOrd="0" parTransId="{D3F9A38B-51D2-49F2-BCD4-96D7FBBE72A0}" sibTransId="{A2A40F53-FF50-4301-B7CA-307FD25C2E5C}"/>
    <dgm:cxn modelId="{C1503AAF-C385-4DF1-94C8-FDE289A056A3}" srcId="{2A24A12D-D83A-42EA-893D-BD8968CD07AE}" destId="{58184D00-58D9-42E4-929E-FDD9A7803EEF}" srcOrd="0" destOrd="0" parTransId="{55D09F8B-E6EF-443C-86BE-8E177783CC9D}" sibTransId="{6A7D19CD-2471-4889-8AA0-ABE06E796E2E}"/>
    <dgm:cxn modelId="{DBB6E5CF-F984-470E-B389-C7A245583594}" type="presOf" srcId="{58184D00-58D9-42E4-929E-FDD9A7803EEF}" destId="{D83B8F7B-D061-457B-9FEB-53A0FEC6C04C}" srcOrd="0" destOrd="0" presId="urn:microsoft.com/office/officeart/2018/5/layout/IconCircleLabelList"/>
    <dgm:cxn modelId="{7CA979F8-FDAD-499D-8C3E-5CB548DCBDA9}" type="presOf" srcId="{5AC45222-430D-4B61-9A59-CFC7A696060E}" destId="{DAAB6E77-1AAF-4EA6-8A84-4DCF7366FE7D}" srcOrd="0" destOrd="0" presId="urn:microsoft.com/office/officeart/2018/5/layout/IconCircleLabelList"/>
    <dgm:cxn modelId="{ED44DD4D-6351-4215-A34D-CA1111424A50}" type="presParOf" srcId="{C5216B9D-3087-405C-BE30-2E3EC6C9C9D7}" destId="{61ACC2D8-D941-4F24-87F9-86043CB78EFC}" srcOrd="0" destOrd="0" presId="urn:microsoft.com/office/officeart/2018/5/layout/IconCircleLabelList"/>
    <dgm:cxn modelId="{671BB003-EACE-490E-B8E9-1890AC31C601}" type="presParOf" srcId="{61ACC2D8-D941-4F24-87F9-86043CB78EFC}" destId="{C240A140-3357-42CF-8681-288676C9C93E}" srcOrd="0" destOrd="0" presId="urn:microsoft.com/office/officeart/2018/5/layout/IconCircleLabelList"/>
    <dgm:cxn modelId="{90A2B0B5-A358-4C1C-A915-1FA748DA4A11}" type="presParOf" srcId="{61ACC2D8-D941-4F24-87F9-86043CB78EFC}" destId="{835CA930-52E1-4343-9A8B-797607A8504B}" srcOrd="1" destOrd="0" presId="urn:microsoft.com/office/officeart/2018/5/layout/IconCircleLabelList"/>
    <dgm:cxn modelId="{F1780FB4-9676-4F10-BE86-9C1E1D8CF9EE}" type="presParOf" srcId="{61ACC2D8-D941-4F24-87F9-86043CB78EFC}" destId="{5DB7C62F-0E1F-46BB-80F1-C3C6D7D4F32C}" srcOrd="2" destOrd="0" presId="urn:microsoft.com/office/officeart/2018/5/layout/IconCircleLabelList"/>
    <dgm:cxn modelId="{5BFC707F-CA22-44BD-B68A-73B62E5E20F7}" type="presParOf" srcId="{61ACC2D8-D941-4F24-87F9-86043CB78EFC}" destId="{D83B8F7B-D061-457B-9FEB-53A0FEC6C04C}" srcOrd="3" destOrd="0" presId="urn:microsoft.com/office/officeart/2018/5/layout/IconCircleLabelList"/>
    <dgm:cxn modelId="{8F16BD7F-BECE-4F86-B33F-F6B8784964D4}" type="presParOf" srcId="{C5216B9D-3087-405C-BE30-2E3EC6C9C9D7}" destId="{D2BB7C0D-6CBC-4676-8530-5BBE6B7088E9}" srcOrd="1" destOrd="0" presId="urn:microsoft.com/office/officeart/2018/5/layout/IconCircleLabelList"/>
    <dgm:cxn modelId="{FEAE3E04-25BF-4757-9BBE-B5A6A9B52E3B}" type="presParOf" srcId="{C5216B9D-3087-405C-BE30-2E3EC6C9C9D7}" destId="{71A991A1-448C-442D-9E77-B1953839E530}" srcOrd="2" destOrd="0" presId="urn:microsoft.com/office/officeart/2018/5/layout/IconCircleLabelList"/>
    <dgm:cxn modelId="{BB984842-8167-433C-AE55-10FA9A6CB75B}" type="presParOf" srcId="{71A991A1-448C-442D-9E77-B1953839E530}" destId="{127C34D9-9982-427A-9007-D605C6B43FD7}" srcOrd="0" destOrd="0" presId="urn:microsoft.com/office/officeart/2018/5/layout/IconCircleLabelList"/>
    <dgm:cxn modelId="{8C7D4F92-FE5F-493D-92DF-23434F6C0292}" type="presParOf" srcId="{71A991A1-448C-442D-9E77-B1953839E530}" destId="{D18B46C6-681C-4831-B253-53D668FCF12C}" srcOrd="1" destOrd="0" presId="urn:microsoft.com/office/officeart/2018/5/layout/IconCircleLabelList"/>
    <dgm:cxn modelId="{67557549-4444-4C9C-B03E-E9910F547027}" type="presParOf" srcId="{71A991A1-448C-442D-9E77-B1953839E530}" destId="{5D0CD8D6-F753-480F-AF1E-0C730DA768D0}" srcOrd="2" destOrd="0" presId="urn:microsoft.com/office/officeart/2018/5/layout/IconCircleLabelList"/>
    <dgm:cxn modelId="{D17F2A09-A0BB-4EE2-942C-C85E2D944705}" type="presParOf" srcId="{71A991A1-448C-442D-9E77-B1953839E530}" destId="{DAAB6E77-1AAF-4EA6-8A84-4DCF7366FE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0A140-3357-42CF-8681-288676C9C93E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CA930-52E1-4343-9A8B-797607A8504B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B8F7B-D061-457B-9FEB-53A0FEC6C04C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500" kern="1200"/>
            <a:t>Teorico: aplicación del modelo de toma de decisión</a:t>
          </a:r>
          <a:endParaRPr lang="en-US" sz="1500" kern="1200"/>
        </a:p>
      </dsp:txBody>
      <dsp:txXfrm>
        <a:off x="1342800" y="3255669"/>
        <a:ext cx="3600000" cy="720000"/>
      </dsp:txXfrm>
    </dsp:sp>
    <dsp:sp modelId="{127C34D9-9982-427A-9007-D605C6B43FD7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B46C6-681C-4831-B253-53D668FCF12C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6E77-1AAF-4EA6-8A84-4DCF7366FE7D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500" kern="1200"/>
            <a:t>Práctico: ASESORÍA PERSONALIZADA EN LA solución del ejemplo de p2.5 M en medellín</a:t>
          </a:r>
          <a:endParaRPr lang="en-US" sz="1500" kern="1200"/>
        </a:p>
      </dsp:txBody>
      <dsp:txXfrm>
        <a:off x="557280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0-10T13:35:59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11695 2937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EBA86-026D-F943-90AB-39DAFC09CD31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D847-AA89-4443-87F1-6FE2A0BD61F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96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D847-AA89-4443-87F1-6FE2A0BD61F5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515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AD2C6-A134-CC46-BDA8-9BEA68662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AD0FC7-7967-324A-8995-0AEEA4B07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8105A-4B90-2B49-9F9E-0B6E4321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6A0F9-7D76-AE4A-BD94-B389A660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5C78CA-E0EC-2D4E-9DFA-FDA48D63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53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4092-77A1-564B-925B-EAD7E630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655A9F-D451-594C-BFB3-49B1E0B2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2E473-48C4-9248-9964-C491BFE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C6647-047B-A949-9C31-BE54AA88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C5861-FE60-B948-A752-C195D5B3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815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224D0-1D1B-C84A-BDE0-AF7B0F95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1A9CE8-020B-384A-8DEA-12F6CCC0D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FACAB-A3C0-8F49-B15C-972B48D6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6DDC8-A68A-3342-842E-C94606A2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8E5E7-6999-9F4C-8848-01B962AC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53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5B17E-4FF7-5C41-942A-AA145D54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CE7375-7E95-5443-8B41-1722753AA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AC5EFE-6089-A443-AAF4-3CE3ED56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4CB81A-6486-3A40-B823-89499B6B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E2164-7768-994F-8C29-56AC51B7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C7AD69-DA92-9340-B13D-A431DD02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118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6561-2F0F-F145-8B23-5EEC6B54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BFA112-DD57-3548-BA31-4F45A731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01AB20-3A30-D44F-A943-4A46D553C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22BA67-6EDA-8344-AE6E-991A3D1E0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47D17E-DE33-4F4A-8CB1-053926E62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06535F-25FE-0248-B538-AFEDEF0A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2F988E-7893-6343-A594-BE81B10B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C67B35-3383-B24F-BEB1-5BAC2FDE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239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864A6-EAD6-EE4C-93B3-8A36D16C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B91A45-4318-6C44-9C00-0C71EA0A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FA695F-B662-5246-8DE2-C00151C8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1D2ED2-3B9E-634B-94F6-BE2A4F66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460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D67533-E0A4-744C-8E82-8373E04E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ADB42D-BEE7-4D44-87AD-9BF7A1E3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7AE92E-8CDA-C744-9244-65A5C2F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39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E34B4-9424-DC40-BCAE-F8613BFF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64650-150E-BD41-A228-6E266901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4395CA-F832-D942-BCA2-F68D027C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69D17-7CE4-1448-9F52-EEFAF61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10FC78-E822-4045-BF6E-19E8954C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7E2A98-C5E3-AB4E-AD04-8E02966A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2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DAFD0-7F39-CC44-A4FF-4E56548F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0B9917-3109-4342-BA0A-2BF3FCCE2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CC8463-AE53-BE42-ABE0-441C7F95B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57ADBC-B3C9-AD48-88C0-D054ED1A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D3B865-D0BF-0E41-A969-6EB230EF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165190-ABED-C24C-BBA2-860293CB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3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8449F-A960-6B46-AFF7-2CCF2D13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A9BD0E-B03B-7E4E-95A8-FF1FB845F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E3907C-E2EE-A84D-B2C4-49557D0C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76E91-9B11-CD47-BA45-DC541A9A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D8A03-A44D-574A-808C-101B411D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310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A0C3A4-6870-7348-801D-BBC82BE71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6EDEF0-23E4-424B-92B4-93CA951D4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BA314-FE1B-7E49-AA1F-23D78820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1D6EB-76C7-2C4C-8CFE-DD5C98AE3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6D8E4-435E-B148-B4D0-A236E048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73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6A2FB1-849F-E444-BBA8-595FD145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03DF9-ED89-F441-BDAF-83FF1615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1EDBA-03F8-B347-8FF3-ECAC09FE4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D523F-F28B-8D45-A82B-DA9B1B440939}" type="datetimeFigureOut">
              <a:rPr lang="es-CO" smtClean="0"/>
              <a:t>10/10/2024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5B3D9-8F05-B54B-9C11-CB4AD0DCD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3DDBA-ABE2-ED4E-B6F0-219084577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393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19.png"/><Relationship Id="rId3" Type="http://schemas.openxmlformats.org/officeDocument/2006/relationships/image" Target="../media/image6.svg"/><Relationship Id="rId21" Type="http://schemas.openxmlformats.org/officeDocument/2006/relationships/image" Target="../media/image22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4.svg"/><Relationship Id="rId2" Type="http://schemas.openxmlformats.org/officeDocument/2006/relationships/image" Target="../media/image5.png"/><Relationship Id="rId16" Type="http://schemas.openxmlformats.org/officeDocument/2006/relationships/image" Target="../media/image3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19" Type="http://schemas.openxmlformats.org/officeDocument/2006/relationships/image" Target="../media/image20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4.png"/><Relationship Id="rId7" Type="http://schemas.openxmlformats.org/officeDocument/2006/relationships/image" Target="../media/image15.png"/><Relationship Id="rId12" Type="http://schemas.openxmlformats.org/officeDocument/2006/relationships/image" Target="../media/image27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26.pn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25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A2AA33-D5C1-4C2E-BAA5-2AAF0E63E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7E063-AC92-4DBF-9A8C-429C5E2F2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41494"/>
            <a:ext cx="12192000" cy="431650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C90C7F-C82F-4383-8E86-8F056BBA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17027" y="-378827"/>
            <a:ext cx="6858000" cy="7615655"/>
          </a:xfrm>
          <a:custGeom>
            <a:avLst/>
            <a:gdLst>
              <a:gd name="connsiteX0" fmla="*/ 0 w 6858000"/>
              <a:gd name="connsiteY0" fmla="*/ 7615655 h 7615655"/>
              <a:gd name="connsiteX1" fmla="*/ 0 w 6858000"/>
              <a:gd name="connsiteY1" fmla="*/ 7533862 h 7615655"/>
              <a:gd name="connsiteX2" fmla="*/ 1092812 w 6858000"/>
              <a:gd name="connsiteY2" fmla="*/ 7533862 h 7615655"/>
              <a:gd name="connsiteX3" fmla="*/ 1092812 w 6858000"/>
              <a:gd name="connsiteY3" fmla="*/ 81793 h 7615655"/>
              <a:gd name="connsiteX4" fmla="*/ 0 w 6858000"/>
              <a:gd name="connsiteY4" fmla="*/ 81793 h 7615655"/>
              <a:gd name="connsiteX5" fmla="*/ 0 w 6858000"/>
              <a:gd name="connsiteY5" fmla="*/ 0 h 7615655"/>
              <a:gd name="connsiteX6" fmla="*/ 1092812 w 6858000"/>
              <a:gd name="connsiteY6" fmla="*/ 0 h 7615655"/>
              <a:gd name="connsiteX7" fmla="*/ 5779244 w 6858000"/>
              <a:gd name="connsiteY7" fmla="*/ 0 h 7615655"/>
              <a:gd name="connsiteX8" fmla="*/ 6858000 w 6858000"/>
              <a:gd name="connsiteY8" fmla="*/ 0 h 7615655"/>
              <a:gd name="connsiteX9" fmla="*/ 6858000 w 6858000"/>
              <a:gd name="connsiteY9" fmla="*/ 81793 h 7615655"/>
              <a:gd name="connsiteX10" fmla="*/ 5779244 w 6858000"/>
              <a:gd name="connsiteY10" fmla="*/ 81793 h 7615655"/>
              <a:gd name="connsiteX11" fmla="*/ 5779244 w 6858000"/>
              <a:gd name="connsiteY11" fmla="*/ 7533862 h 7615655"/>
              <a:gd name="connsiteX12" fmla="*/ 6858000 w 6858000"/>
              <a:gd name="connsiteY12" fmla="*/ 7533862 h 7615655"/>
              <a:gd name="connsiteX13" fmla="*/ 6858000 w 6858000"/>
              <a:gd name="connsiteY13" fmla="*/ 7615655 h 7615655"/>
              <a:gd name="connsiteX14" fmla="*/ 5779244 w 6858000"/>
              <a:gd name="connsiteY14" fmla="*/ 7615655 h 7615655"/>
              <a:gd name="connsiteX15" fmla="*/ 1092812 w 6858000"/>
              <a:gd name="connsiteY15" fmla="*/ 7615655 h 761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7615655">
                <a:moveTo>
                  <a:pt x="0" y="7615655"/>
                </a:moveTo>
                <a:lnTo>
                  <a:pt x="0" y="7533862"/>
                </a:lnTo>
                <a:lnTo>
                  <a:pt x="1092812" y="7533862"/>
                </a:lnTo>
                <a:lnTo>
                  <a:pt x="1092812" y="81793"/>
                </a:lnTo>
                <a:lnTo>
                  <a:pt x="0" y="81793"/>
                </a:lnTo>
                <a:lnTo>
                  <a:pt x="0" y="0"/>
                </a:lnTo>
                <a:lnTo>
                  <a:pt x="1092812" y="0"/>
                </a:lnTo>
                <a:lnTo>
                  <a:pt x="5779244" y="0"/>
                </a:lnTo>
                <a:lnTo>
                  <a:pt x="6858000" y="0"/>
                </a:lnTo>
                <a:lnTo>
                  <a:pt x="6858000" y="81793"/>
                </a:lnTo>
                <a:lnTo>
                  <a:pt x="5779244" y="81793"/>
                </a:lnTo>
                <a:lnTo>
                  <a:pt x="5779244" y="7533862"/>
                </a:lnTo>
                <a:lnTo>
                  <a:pt x="6858000" y="7533862"/>
                </a:lnTo>
                <a:lnTo>
                  <a:pt x="6858000" y="7615655"/>
                </a:lnTo>
                <a:lnTo>
                  <a:pt x="5779244" y="7615655"/>
                </a:lnTo>
                <a:lnTo>
                  <a:pt x="1092812" y="7615655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2908CD-676C-4648-B018-5E2445430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401" y="2043953"/>
            <a:ext cx="5780846" cy="1765198"/>
          </a:xfrm>
        </p:spPr>
        <p:txBody>
          <a:bodyPr>
            <a:normAutofit/>
          </a:bodyPr>
          <a:lstStyle/>
          <a:p>
            <a:r>
              <a:rPr lang="es-CO" sz="3200">
                <a:solidFill>
                  <a:schemeClr val="bg1"/>
                </a:solidFill>
              </a:rPr>
              <a:t>ETL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A30F8F-7097-C442-9DB6-816F216EA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401" y="3901226"/>
            <a:ext cx="5780846" cy="1020397"/>
          </a:xfrm>
        </p:spPr>
        <p:txBody>
          <a:bodyPr>
            <a:normAutofit/>
          </a:bodyPr>
          <a:lstStyle/>
          <a:p>
            <a:r>
              <a:rPr lang="es-CO" sz="1600">
                <a:solidFill>
                  <a:schemeClr val="bg1"/>
                </a:solidFill>
              </a:rPr>
              <a:t>INTERNET DE LAS COSAS</a:t>
            </a:r>
          </a:p>
        </p:txBody>
      </p:sp>
    </p:spTree>
    <p:extLst>
      <p:ext uri="{BB962C8B-B14F-4D97-AF65-F5344CB8AC3E}">
        <p14:creationId xmlns:p14="http://schemas.microsoft.com/office/powerpoint/2010/main" val="313777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2800"/>
              <a:t>Temas de hoy</a:t>
            </a: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71AD6A0A-4C89-45E5-A309-A67535C95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2314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031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E34A9807-989C-6349-A47B-6BE96B4C8492}"/>
              </a:ext>
            </a:extLst>
          </p:cNvPr>
          <p:cNvSpPr/>
          <p:nvPr/>
        </p:nvSpPr>
        <p:spPr>
          <a:xfrm>
            <a:off x="4808063" y="1247553"/>
            <a:ext cx="4767818" cy="5200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pic>
        <p:nvPicPr>
          <p:cNvPr id="6" name="Gráfico 5" descr="Gráfico de barras">
            <a:extLst>
              <a:ext uri="{FF2B5EF4-FFF2-40B4-BE49-F238E27FC236}">
                <a16:creationId xmlns:a16="http://schemas.microsoft.com/office/drawing/2014/main" id="{9DBD1E86-793E-264E-9BA5-69A7428ED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4558" y="2743786"/>
            <a:ext cx="914400" cy="914400"/>
          </a:xfrm>
          <a:prstGeom prst="rect">
            <a:avLst/>
          </a:prstGeom>
        </p:spPr>
      </p:pic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1880" y="4188125"/>
            <a:ext cx="914400" cy="914400"/>
          </a:xfrm>
          <a:prstGeom prst="rect">
            <a:avLst/>
          </a:prstGeom>
        </p:spPr>
      </p:pic>
      <p:pic>
        <p:nvPicPr>
          <p:cNvPr id="10" name="Gráfico 9" descr="Base de datos">
            <a:extLst>
              <a:ext uri="{FF2B5EF4-FFF2-40B4-BE49-F238E27FC236}">
                <a16:creationId xmlns:a16="http://schemas.microsoft.com/office/drawing/2014/main" id="{DA85E6F6-F4AE-F540-814F-A72F14C818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5391" y="2918852"/>
            <a:ext cx="914400" cy="914400"/>
          </a:xfrm>
          <a:prstGeom prst="rect">
            <a:avLst/>
          </a:prstGeom>
        </p:spPr>
      </p:pic>
      <p:pic>
        <p:nvPicPr>
          <p:cNvPr id="12" name="Gráfico 11" descr="Grupo">
            <a:extLst>
              <a:ext uri="{FF2B5EF4-FFF2-40B4-BE49-F238E27FC236}">
                <a16:creationId xmlns:a16="http://schemas.microsoft.com/office/drawing/2014/main" id="{041E884C-AA92-734B-8FC9-5BA1B8C25E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1837" y="4900903"/>
            <a:ext cx="914400" cy="914400"/>
          </a:xfrm>
          <a:prstGeom prst="rect">
            <a:avLst/>
          </a:prstGeom>
        </p:spPr>
      </p:pic>
      <p:pic>
        <p:nvPicPr>
          <p:cNvPr id="16" name="Gráfico 15" descr="Nube sincronizándose">
            <a:extLst>
              <a:ext uri="{FF2B5EF4-FFF2-40B4-BE49-F238E27FC236}">
                <a16:creationId xmlns:a16="http://schemas.microsoft.com/office/drawing/2014/main" id="{B1782035-7F12-C44C-BA49-C00F2FC2B6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1212" y="838339"/>
            <a:ext cx="2438400" cy="2438400"/>
          </a:xfrm>
          <a:prstGeom prst="rect">
            <a:avLst/>
          </a:prstGeom>
        </p:spPr>
      </p:pic>
      <p:pic>
        <p:nvPicPr>
          <p:cNvPr id="20" name="Gráfico 19" descr="Ordenador">
            <a:extLst>
              <a:ext uri="{FF2B5EF4-FFF2-40B4-BE49-F238E27FC236}">
                <a16:creationId xmlns:a16="http://schemas.microsoft.com/office/drawing/2014/main" id="{A60FECEF-D400-6E47-A231-0F69E4B549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18748" y="2697845"/>
            <a:ext cx="914400" cy="914400"/>
          </a:xfrm>
          <a:prstGeom prst="rect">
            <a:avLst/>
          </a:prstGeom>
        </p:spPr>
      </p:pic>
      <p:pic>
        <p:nvPicPr>
          <p:cNvPr id="22" name="Gráfico 21" descr="Smartphone">
            <a:extLst>
              <a:ext uri="{FF2B5EF4-FFF2-40B4-BE49-F238E27FC236}">
                <a16:creationId xmlns:a16="http://schemas.microsoft.com/office/drawing/2014/main" id="{9BE6D975-1A6F-604C-BC19-B9CAAE5C60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77594" y="3767894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17403" y="4224051"/>
            <a:ext cx="914400" cy="914400"/>
          </a:xfrm>
          <a:prstGeom prst="rect">
            <a:avLst/>
          </a:prstGeom>
        </p:spPr>
      </p:pic>
      <p:pic>
        <p:nvPicPr>
          <p:cNvPr id="26" name="Gráfico 25" descr="Enrutador inalámbrico">
            <a:extLst>
              <a:ext uri="{FF2B5EF4-FFF2-40B4-BE49-F238E27FC236}">
                <a16:creationId xmlns:a16="http://schemas.microsoft.com/office/drawing/2014/main" id="{52C3FC85-BA32-E644-9CD6-58B3ECC0444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638341" y="4121737"/>
            <a:ext cx="914400" cy="914400"/>
          </a:xfrm>
          <a:prstGeom prst="rect">
            <a:avLst/>
          </a:prstGeom>
        </p:spPr>
      </p:pic>
      <p:pic>
        <p:nvPicPr>
          <p:cNvPr id="28" name="Gráfico 27" descr="Torre de telecomunicaciones">
            <a:extLst>
              <a:ext uri="{FF2B5EF4-FFF2-40B4-BE49-F238E27FC236}">
                <a16:creationId xmlns:a16="http://schemas.microsoft.com/office/drawing/2014/main" id="{08DD0E27-5A12-0F4E-BECE-ABEBCC6985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087458" y="4009762"/>
            <a:ext cx="914400" cy="914400"/>
          </a:xfrm>
          <a:prstGeom prst="rect">
            <a:avLst/>
          </a:prstGeom>
        </p:spPr>
      </p:pic>
      <p:pic>
        <p:nvPicPr>
          <p:cNvPr id="30" name="Gráfico 29" descr="Smartphone">
            <a:extLst>
              <a:ext uri="{FF2B5EF4-FFF2-40B4-BE49-F238E27FC236}">
                <a16:creationId xmlns:a16="http://schemas.microsoft.com/office/drawing/2014/main" id="{F00EED10-B3E9-F54A-A9A4-BD62C6D5AD5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83" y="5257725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8086" y="2933478"/>
            <a:ext cx="914400" cy="914400"/>
          </a:xfrm>
          <a:prstGeom prst="rect">
            <a:avLst/>
          </a:prstGeom>
        </p:spPr>
      </p:pic>
      <p:pic>
        <p:nvPicPr>
          <p:cNvPr id="33" name="Gráfico 32" descr="Smartphone">
            <a:extLst>
              <a:ext uri="{FF2B5EF4-FFF2-40B4-BE49-F238E27FC236}">
                <a16:creationId xmlns:a16="http://schemas.microsoft.com/office/drawing/2014/main" id="{D327C431-5C76-134F-B1AC-DA608091F3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907" y="3745236"/>
            <a:ext cx="914400" cy="914400"/>
          </a:xfrm>
          <a:prstGeom prst="rect">
            <a:avLst/>
          </a:prstGeom>
        </p:spPr>
      </p:pic>
      <p:pic>
        <p:nvPicPr>
          <p:cNvPr id="34" name="Gráfico 33" descr="Smartphone">
            <a:extLst>
              <a:ext uri="{FF2B5EF4-FFF2-40B4-BE49-F238E27FC236}">
                <a16:creationId xmlns:a16="http://schemas.microsoft.com/office/drawing/2014/main" id="{3051A9C9-18AF-514C-AC40-3EC3ED2EE0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383" y="2631244"/>
            <a:ext cx="914400" cy="91440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6CBDA453-0404-E343-8824-F04033A9C27E}"/>
              </a:ext>
            </a:extLst>
          </p:cNvPr>
          <p:cNvSpPr txBox="1"/>
          <p:nvPr/>
        </p:nvSpPr>
        <p:spPr>
          <a:xfrm>
            <a:off x="4936" y="2201143"/>
            <a:ext cx="115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SENSORES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BA4750F-9618-3545-8ECE-74A0A297C1E1}"/>
              </a:ext>
            </a:extLst>
          </p:cNvPr>
          <p:cNvSpPr txBox="1"/>
          <p:nvPr/>
        </p:nvSpPr>
        <p:spPr>
          <a:xfrm>
            <a:off x="1268013" y="3825096"/>
            <a:ext cx="945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colector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C128328-57F3-4044-869D-9372771D0300}"/>
              </a:ext>
            </a:extLst>
          </p:cNvPr>
          <p:cNvSpPr txBox="1"/>
          <p:nvPr/>
        </p:nvSpPr>
        <p:spPr>
          <a:xfrm>
            <a:off x="3038696" y="3560570"/>
            <a:ext cx="959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gateway</a:t>
            </a:r>
          </a:p>
        </p:txBody>
      </p:sp>
      <p:pic>
        <p:nvPicPr>
          <p:cNvPr id="40" name="Gráfico 39" descr="Servidor">
            <a:extLst>
              <a:ext uri="{FF2B5EF4-FFF2-40B4-BE49-F238E27FC236}">
                <a16:creationId xmlns:a16="http://schemas.microsoft.com/office/drawing/2014/main" id="{7FE0FEFD-FC9E-6F44-A596-A16E02CE17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29599" y="4199817"/>
            <a:ext cx="914400" cy="914400"/>
          </a:xfrm>
          <a:prstGeom prst="rect">
            <a:avLst/>
          </a:prstGeom>
        </p:spPr>
      </p:pic>
      <p:sp>
        <p:nvSpPr>
          <p:cNvPr id="43" name="Flecha derecha 42">
            <a:extLst>
              <a:ext uri="{FF2B5EF4-FFF2-40B4-BE49-F238E27FC236}">
                <a16:creationId xmlns:a16="http://schemas.microsoft.com/office/drawing/2014/main" id="{04727671-958B-4740-947A-F6D884DAF76F}"/>
              </a:ext>
            </a:extLst>
          </p:cNvPr>
          <p:cNvSpPr/>
          <p:nvPr/>
        </p:nvSpPr>
        <p:spPr>
          <a:xfrm>
            <a:off x="916722" y="4301261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Flecha derecha 45">
            <a:extLst>
              <a:ext uri="{FF2B5EF4-FFF2-40B4-BE49-F238E27FC236}">
                <a16:creationId xmlns:a16="http://schemas.microsoft.com/office/drawing/2014/main" id="{A4200B08-EC7C-B74B-9F44-22CEB86477D5}"/>
              </a:ext>
            </a:extLst>
          </p:cNvPr>
          <p:cNvSpPr/>
          <p:nvPr/>
        </p:nvSpPr>
        <p:spPr>
          <a:xfrm>
            <a:off x="2526742" y="4293976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Flecha derecha 46">
            <a:extLst>
              <a:ext uri="{FF2B5EF4-FFF2-40B4-BE49-F238E27FC236}">
                <a16:creationId xmlns:a16="http://schemas.microsoft.com/office/drawing/2014/main" id="{1E33CBA5-4D45-A845-91A1-F8EE9732F676}"/>
              </a:ext>
            </a:extLst>
          </p:cNvPr>
          <p:cNvSpPr/>
          <p:nvPr/>
        </p:nvSpPr>
        <p:spPr>
          <a:xfrm>
            <a:off x="4029736" y="4301261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62BBEC5-D5DC-544D-B9FE-6869EE35D3AE}"/>
              </a:ext>
            </a:extLst>
          </p:cNvPr>
          <p:cNvSpPr txBox="1"/>
          <p:nvPr/>
        </p:nvSpPr>
        <p:spPr>
          <a:xfrm>
            <a:off x="10939231" y="226191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App</a:t>
            </a:r>
          </a:p>
        </p:txBody>
      </p:sp>
      <p:sp>
        <p:nvSpPr>
          <p:cNvPr id="51" name="Flecha derecha 50">
            <a:extLst>
              <a:ext uri="{FF2B5EF4-FFF2-40B4-BE49-F238E27FC236}">
                <a16:creationId xmlns:a16="http://schemas.microsoft.com/office/drawing/2014/main" id="{9F052700-0119-1B4D-8DD8-75C6708D639E}"/>
              </a:ext>
            </a:extLst>
          </p:cNvPr>
          <p:cNvSpPr/>
          <p:nvPr/>
        </p:nvSpPr>
        <p:spPr>
          <a:xfrm>
            <a:off x="5836737" y="4293976"/>
            <a:ext cx="702581" cy="47608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7774321" y="4288927"/>
            <a:ext cx="702581" cy="47608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94321B0-0FBC-D547-88F8-EF1737D1F6D2}"/>
              </a:ext>
            </a:extLst>
          </p:cNvPr>
          <p:cNvSpPr txBox="1"/>
          <p:nvPr/>
        </p:nvSpPr>
        <p:spPr>
          <a:xfrm>
            <a:off x="4848295" y="5145388"/>
            <a:ext cx="129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Distribuidor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4F2480E-12BF-1C4E-ABE9-649C62B9C16C}"/>
              </a:ext>
            </a:extLst>
          </p:cNvPr>
          <p:cNvSpPr txBox="1"/>
          <p:nvPr/>
        </p:nvSpPr>
        <p:spPr>
          <a:xfrm>
            <a:off x="5004017" y="376730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SQL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6622597" y="3804093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DWH-GRID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0DFEF52-0B25-6A45-B738-7B7E10D80F07}"/>
              </a:ext>
            </a:extLst>
          </p:cNvPr>
          <p:cNvSpPr txBox="1"/>
          <p:nvPr/>
        </p:nvSpPr>
        <p:spPr>
          <a:xfrm>
            <a:off x="8629001" y="3829777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VIZ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6903608" y="514538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8541880" y="5145388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MODELO</a:t>
            </a:r>
          </a:p>
        </p:txBody>
      </p:sp>
      <p:sp>
        <p:nvSpPr>
          <p:cNvPr id="59" name="Flecha derecha 58">
            <a:extLst>
              <a:ext uri="{FF2B5EF4-FFF2-40B4-BE49-F238E27FC236}">
                <a16:creationId xmlns:a16="http://schemas.microsoft.com/office/drawing/2014/main" id="{7EF4581A-6525-7E48-B6A3-686B785FBDB2}"/>
              </a:ext>
            </a:extLst>
          </p:cNvPr>
          <p:cNvSpPr/>
          <p:nvPr/>
        </p:nvSpPr>
        <p:spPr>
          <a:xfrm>
            <a:off x="9852355" y="4301261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193B2C3-B2B5-5F42-87C4-3C2E4D1F5872}"/>
              </a:ext>
            </a:extLst>
          </p:cNvPr>
          <p:cNvSpPr/>
          <p:nvPr/>
        </p:nvSpPr>
        <p:spPr>
          <a:xfrm>
            <a:off x="10896936" y="5786286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Usuarios</a:t>
            </a:r>
          </a:p>
        </p:txBody>
      </p:sp>
      <p:sp>
        <p:nvSpPr>
          <p:cNvPr id="3" name="Marco 2">
            <a:extLst>
              <a:ext uri="{FF2B5EF4-FFF2-40B4-BE49-F238E27FC236}">
                <a16:creationId xmlns:a16="http://schemas.microsoft.com/office/drawing/2014/main" id="{1924EBF7-05C0-5D4D-8315-F8E18AC68929}"/>
              </a:ext>
            </a:extLst>
          </p:cNvPr>
          <p:cNvSpPr/>
          <p:nvPr/>
        </p:nvSpPr>
        <p:spPr>
          <a:xfrm>
            <a:off x="8444557" y="2099902"/>
            <a:ext cx="3685535" cy="4547083"/>
          </a:xfrm>
          <a:prstGeom prst="frame">
            <a:avLst>
              <a:gd name="adj1" fmla="val 105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90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pic>
        <p:nvPicPr>
          <p:cNvPr id="11" name="Imagen 10" descr="Imagen que contiene reloj&#10;&#10;Descripción generada automáticamente">
            <a:extLst>
              <a:ext uri="{FF2B5EF4-FFF2-40B4-BE49-F238E27FC236}">
                <a16:creationId xmlns:a16="http://schemas.microsoft.com/office/drawing/2014/main" id="{3B1E89C7-2B89-8342-B346-237C60127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7" y="2274862"/>
            <a:ext cx="4613560" cy="2803087"/>
          </a:xfrm>
          <a:prstGeom prst="rect">
            <a:avLst/>
          </a:prstGeom>
        </p:spPr>
      </p:pic>
      <p:pic>
        <p:nvPicPr>
          <p:cNvPr id="15" name="Gráfico 14" descr="Engranajes">
            <a:extLst>
              <a:ext uri="{FF2B5EF4-FFF2-40B4-BE49-F238E27FC236}">
                <a16:creationId xmlns:a16="http://schemas.microsoft.com/office/drawing/2014/main" id="{06F81420-EECA-C24B-8DB7-A96880AA1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168" y="2851010"/>
            <a:ext cx="1339769" cy="133976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D7643BA-45C4-9F44-8BEE-07594AAAB662}"/>
              </a:ext>
            </a:extLst>
          </p:cNvPr>
          <p:cNvSpPr txBox="1"/>
          <p:nvPr/>
        </p:nvSpPr>
        <p:spPr>
          <a:xfrm>
            <a:off x="4704571" y="4298722"/>
            <a:ext cx="103400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MODELO</a:t>
            </a:r>
          </a:p>
        </p:txBody>
      </p:sp>
      <p:pic>
        <p:nvPicPr>
          <p:cNvPr id="10" name="Gráfico 9" descr="Grupo">
            <a:extLst>
              <a:ext uri="{FF2B5EF4-FFF2-40B4-BE49-F238E27FC236}">
                <a16:creationId xmlns:a16="http://schemas.microsoft.com/office/drawing/2014/main" id="{5CA1CFAF-25EF-0449-8C79-EE2F626994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9710" y="4653904"/>
            <a:ext cx="914400" cy="914400"/>
          </a:xfrm>
          <a:prstGeom prst="rect">
            <a:avLst/>
          </a:prstGeom>
        </p:spPr>
      </p:pic>
      <p:pic>
        <p:nvPicPr>
          <p:cNvPr id="12" name="Gráfico 11" descr="Ordenador">
            <a:extLst>
              <a:ext uri="{FF2B5EF4-FFF2-40B4-BE49-F238E27FC236}">
                <a16:creationId xmlns:a16="http://schemas.microsoft.com/office/drawing/2014/main" id="{DAFFA47F-FC01-434C-975E-50646EA0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76621" y="2450846"/>
            <a:ext cx="914400" cy="914400"/>
          </a:xfrm>
          <a:prstGeom prst="rect">
            <a:avLst/>
          </a:prstGeom>
        </p:spPr>
      </p:pic>
      <p:pic>
        <p:nvPicPr>
          <p:cNvPr id="13" name="Gráfico 12" descr="Smartphone">
            <a:extLst>
              <a:ext uri="{FF2B5EF4-FFF2-40B4-BE49-F238E27FC236}">
                <a16:creationId xmlns:a16="http://schemas.microsoft.com/office/drawing/2014/main" id="{47DFA409-C960-6D46-85B7-6D7D4983F3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35467" y="3520895"/>
            <a:ext cx="914400" cy="914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690BC72-425F-B64E-AE55-33FC789E7891}"/>
              </a:ext>
            </a:extLst>
          </p:cNvPr>
          <p:cNvSpPr txBox="1"/>
          <p:nvPr/>
        </p:nvSpPr>
        <p:spPr>
          <a:xfrm>
            <a:off x="10397104" y="20149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App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00C573A-1E21-7941-8084-6ED66C5B907B}"/>
              </a:ext>
            </a:extLst>
          </p:cNvPr>
          <p:cNvSpPr/>
          <p:nvPr/>
        </p:nvSpPr>
        <p:spPr>
          <a:xfrm>
            <a:off x="10354809" y="5539287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Usuarios</a:t>
            </a:r>
          </a:p>
        </p:txBody>
      </p:sp>
      <p:sp>
        <p:nvSpPr>
          <p:cNvPr id="20" name="Flecha derecha 19">
            <a:extLst>
              <a:ext uri="{FF2B5EF4-FFF2-40B4-BE49-F238E27FC236}">
                <a16:creationId xmlns:a16="http://schemas.microsoft.com/office/drawing/2014/main" id="{814AC827-B0AC-8D47-86FF-417509143ACC}"/>
              </a:ext>
            </a:extLst>
          </p:cNvPr>
          <p:cNvSpPr/>
          <p:nvPr/>
        </p:nvSpPr>
        <p:spPr>
          <a:xfrm>
            <a:off x="6346971" y="3361197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 derecha 20">
            <a:extLst>
              <a:ext uri="{FF2B5EF4-FFF2-40B4-BE49-F238E27FC236}">
                <a16:creationId xmlns:a16="http://schemas.microsoft.com/office/drawing/2014/main" id="{4314CD4C-7959-CA4B-A65B-901C8A293CDA}"/>
              </a:ext>
            </a:extLst>
          </p:cNvPr>
          <p:cNvSpPr/>
          <p:nvPr/>
        </p:nvSpPr>
        <p:spPr>
          <a:xfrm>
            <a:off x="8563147" y="3391534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Gráfico 4" descr="Semáforo">
            <a:extLst>
              <a:ext uri="{FF2B5EF4-FFF2-40B4-BE49-F238E27FC236}">
                <a16:creationId xmlns:a16="http://schemas.microsoft.com/office/drawing/2014/main" id="{35F853D7-DAD6-EE4D-AD33-20DF49F87A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59130" y="2014913"/>
            <a:ext cx="1706564" cy="1706564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7D81B6D8-32FC-8641-B362-9C0AFC9CC6DD}"/>
              </a:ext>
            </a:extLst>
          </p:cNvPr>
          <p:cNvSpPr/>
          <p:nvPr/>
        </p:nvSpPr>
        <p:spPr>
          <a:xfrm>
            <a:off x="7671735" y="2334338"/>
            <a:ext cx="276511" cy="283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BE58444C-E912-114E-9D37-70DD8F95CCCC}"/>
              </a:ext>
            </a:extLst>
          </p:cNvPr>
          <p:cNvSpPr/>
          <p:nvPr/>
        </p:nvSpPr>
        <p:spPr>
          <a:xfrm>
            <a:off x="7671735" y="2714922"/>
            <a:ext cx="276511" cy="2831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F1B89FCE-F29D-4046-BFE2-9A44B7A78655}"/>
              </a:ext>
            </a:extLst>
          </p:cNvPr>
          <p:cNvSpPr/>
          <p:nvPr/>
        </p:nvSpPr>
        <p:spPr>
          <a:xfrm>
            <a:off x="7671735" y="3108434"/>
            <a:ext cx="276511" cy="2831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E1CE33F-4B43-EA42-A077-A135FD46B8E3}"/>
              </a:ext>
            </a:extLst>
          </p:cNvPr>
          <p:cNvSpPr txBox="1"/>
          <p:nvPr/>
        </p:nvSpPr>
        <p:spPr>
          <a:xfrm>
            <a:off x="7123637" y="4229404"/>
            <a:ext cx="1372705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>
                <a:solidFill>
                  <a:schemeClr val="bg1"/>
                </a:solidFill>
              </a:rPr>
              <a:t>TOMA</a:t>
            </a:r>
          </a:p>
          <a:p>
            <a:pPr algn="ctr"/>
            <a:r>
              <a:rPr lang="es-CO">
                <a:solidFill>
                  <a:schemeClr val="bg1"/>
                </a:solidFill>
              </a:rPr>
              <a:t>DE</a:t>
            </a:r>
          </a:p>
          <a:p>
            <a:pPr algn="ctr"/>
            <a:r>
              <a:rPr lang="es-CO">
                <a:solidFill>
                  <a:schemeClr val="bg1"/>
                </a:solidFill>
              </a:rPr>
              <a:t>DECISIONES</a:t>
            </a:r>
          </a:p>
        </p:txBody>
      </p:sp>
      <p:sp>
        <p:nvSpPr>
          <p:cNvPr id="8" name="Flecha izquierda y derecha 7">
            <a:extLst>
              <a:ext uri="{FF2B5EF4-FFF2-40B4-BE49-F238E27FC236}">
                <a16:creationId xmlns:a16="http://schemas.microsoft.com/office/drawing/2014/main" id="{7E1E7C1C-235F-7749-9534-3AF30B9B7C82}"/>
              </a:ext>
            </a:extLst>
          </p:cNvPr>
          <p:cNvSpPr/>
          <p:nvPr/>
        </p:nvSpPr>
        <p:spPr>
          <a:xfrm>
            <a:off x="9408733" y="4868764"/>
            <a:ext cx="851287" cy="4846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761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¿QUÉ TOMO DEL MODELO?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B19992-6333-B14C-ABE0-C5351F4E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/>
              <a:t>Del modelo tomo las estimaciones numéricas o categóricas</a:t>
            </a:r>
          </a:p>
          <a:p>
            <a:pPr lvl="1"/>
            <a:r>
              <a:rPr lang="es-CO"/>
              <a:t>Número</a:t>
            </a:r>
          </a:p>
          <a:p>
            <a:pPr lvl="1"/>
            <a:r>
              <a:rPr lang="es-CO"/>
              <a:t>Criterio Booleano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D9CF60BE-EA6E-314D-8BFA-D30D2EA36C2F}"/>
              </a:ext>
            </a:extLst>
          </p:cNvPr>
          <p:cNvSpPr/>
          <p:nvPr/>
        </p:nvSpPr>
        <p:spPr>
          <a:xfrm>
            <a:off x="4630617" y="3613664"/>
            <a:ext cx="2719754" cy="23200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HIPOTESIS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6BD761-5F2F-E745-B2DA-EDCD4ADF173E}"/>
              </a:ext>
            </a:extLst>
          </p:cNvPr>
          <p:cNvSpPr txBox="1"/>
          <p:nvPr/>
        </p:nvSpPr>
        <p:spPr>
          <a:xfrm>
            <a:off x="8358554" y="4589035"/>
            <a:ext cx="129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DECISIONES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245EFF-3DBC-2147-83C1-94FF88285A83}"/>
              </a:ext>
            </a:extLst>
          </p:cNvPr>
          <p:cNvSpPr txBox="1"/>
          <p:nvPr/>
        </p:nvSpPr>
        <p:spPr>
          <a:xfrm>
            <a:off x="2136213" y="4450533"/>
            <a:ext cx="1595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ESTIMACIONES</a:t>
            </a:r>
          </a:p>
          <a:p>
            <a:r>
              <a:rPr lang="es-CO"/>
              <a:t>MODELO</a:t>
            </a:r>
          </a:p>
        </p:txBody>
      </p:sp>
      <p:sp>
        <p:nvSpPr>
          <p:cNvPr id="8" name="Flecha derecha 7">
            <a:extLst>
              <a:ext uri="{FF2B5EF4-FFF2-40B4-BE49-F238E27FC236}">
                <a16:creationId xmlns:a16="http://schemas.microsoft.com/office/drawing/2014/main" id="{3426FFC4-AD67-364F-BE34-CCE108A00DD2}"/>
              </a:ext>
            </a:extLst>
          </p:cNvPr>
          <p:cNvSpPr/>
          <p:nvPr/>
        </p:nvSpPr>
        <p:spPr>
          <a:xfrm>
            <a:off x="3820546" y="4482287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Flecha derecha 8">
            <a:extLst>
              <a:ext uri="{FF2B5EF4-FFF2-40B4-BE49-F238E27FC236}">
                <a16:creationId xmlns:a16="http://schemas.microsoft.com/office/drawing/2014/main" id="{845A7FA4-208C-4040-9280-B52C79120B8C}"/>
              </a:ext>
            </a:extLst>
          </p:cNvPr>
          <p:cNvSpPr/>
          <p:nvPr/>
        </p:nvSpPr>
        <p:spPr>
          <a:xfrm>
            <a:off x="7546629" y="4535658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615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252AB-3713-114A-9FF7-65221E45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EJEMPLO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48531A7-4782-B040-94B6-294966D9E0DC}"/>
              </a:ext>
            </a:extLst>
          </p:cNvPr>
          <p:cNvSpPr/>
          <p:nvPr/>
        </p:nvSpPr>
        <p:spPr>
          <a:xfrm>
            <a:off x="4736123" y="4172804"/>
            <a:ext cx="2719754" cy="23200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/>
              <a:t>HIPOTESIS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95DEEC7-0267-9E47-A41C-A2B1CB1E9DEB}"/>
              </a:ext>
            </a:extLst>
          </p:cNvPr>
          <p:cNvSpPr txBox="1"/>
          <p:nvPr/>
        </p:nvSpPr>
        <p:spPr>
          <a:xfrm>
            <a:off x="8464060" y="5148175"/>
            <a:ext cx="129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DECISIONES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C718C5-1842-7E4D-B28E-D1BA30EE83F4}"/>
              </a:ext>
            </a:extLst>
          </p:cNvPr>
          <p:cNvSpPr txBox="1"/>
          <p:nvPr/>
        </p:nvSpPr>
        <p:spPr>
          <a:xfrm>
            <a:off x="2241719" y="5009673"/>
            <a:ext cx="1595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ESTIMACIONES</a:t>
            </a:r>
          </a:p>
          <a:p>
            <a:r>
              <a:rPr lang="es-CO"/>
              <a:t>MODELO</a:t>
            </a:r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9453CDE7-086B-0141-B148-369E6ED3B831}"/>
              </a:ext>
            </a:extLst>
          </p:cNvPr>
          <p:cNvSpPr/>
          <p:nvPr/>
        </p:nvSpPr>
        <p:spPr>
          <a:xfrm>
            <a:off x="3926052" y="5041427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lecha derecha 10">
            <a:extLst>
              <a:ext uri="{FF2B5EF4-FFF2-40B4-BE49-F238E27FC236}">
                <a16:creationId xmlns:a16="http://schemas.microsoft.com/office/drawing/2014/main" id="{ED790C11-B11E-A143-85B9-0BF52E782722}"/>
              </a:ext>
            </a:extLst>
          </p:cNvPr>
          <p:cNvSpPr/>
          <p:nvPr/>
        </p:nvSpPr>
        <p:spPr>
          <a:xfrm>
            <a:off x="7652135" y="5094798"/>
            <a:ext cx="702581" cy="476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C0BB835-E84D-6144-8854-4DBF1DC54D2B}"/>
              </a:ext>
            </a:extLst>
          </p:cNvPr>
          <p:cNvSpPr txBox="1"/>
          <p:nvPr/>
        </p:nvSpPr>
        <p:spPr>
          <a:xfrm>
            <a:off x="494806" y="2646466"/>
            <a:ext cx="2194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Estación pm 2.5 mide</a:t>
            </a:r>
          </a:p>
          <a:p>
            <a:r>
              <a:rPr lang="es-CO"/>
              <a:t>50 ug/m3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53084CD-2B4B-894E-AE26-B72A9E2A4847}"/>
              </a:ext>
            </a:extLst>
          </p:cNvPr>
          <p:cNvSpPr txBox="1"/>
          <p:nvPr/>
        </p:nvSpPr>
        <p:spPr>
          <a:xfrm>
            <a:off x="3959727" y="2764047"/>
            <a:ext cx="118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AQI = 137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4CC1D69-42A5-4F49-94CD-4056B0828631}"/>
              </a:ext>
            </a:extLst>
          </p:cNvPr>
          <p:cNvGrpSpPr/>
          <p:nvPr/>
        </p:nvGrpSpPr>
        <p:grpSpPr>
          <a:xfrm>
            <a:off x="10388526" y="2241607"/>
            <a:ext cx="1706564" cy="1706564"/>
            <a:chOff x="8637791" y="2264001"/>
            <a:chExt cx="1706564" cy="1706564"/>
          </a:xfrm>
        </p:grpSpPr>
        <p:pic>
          <p:nvPicPr>
            <p:cNvPr id="14" name="Gráfico 13" descr="Semáforo">
              <a:extLst>
                <a:ext uri="{FF2B5EF4-FFF2-40B4-BE49-F238E27FC236}">
                  <a16:creationId xmlns:a16="http://schemas.microsoft.com/office/drawing/2014/main" id="{20A727EF-4C19-D243-97F3-D611800DC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37791" y="2264001"/>
              <a:ext cx="1706564" cy="1706564"/>
            </a:xfrm>
            <a:prstGeom prst="rect">
              <a:avLst/>
            </a:prstGeom>
          </p:spPr>
        </p:pic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5FA0DADB-4F15-314C-B985-4855D7258B4E}"/>
                </a:ext>
              </a:extLst>
            </p:cNvPr>
            <p:cNvSpPr/>
            <p:nvPr/>
          </p:nvSpPr>
          <p:spPr>
            <a:xfrm>
              <a:off x="9338673" y="2975733"/>
              <a:ext cx="276511" cy="2831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A267E658-70B8-DA48-9D8C-F275AF3A1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6986"/>
            <a:ext cx="6893063" cy="61653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66B5235B-79FE-8D49-B0BC-D6BE57A7D2D3}"/>
              </a:ext>
            </a:extLst>
          </p:cNvPr>
          <p:cNvSpPr txBox="1"/>
          <p:nvPr/>
        </p:nvSpPr>
        <p:spPr>
          <a:xfrm>
            <a:off x="5453207" y="2348549"/>
            <a:ext cx="79403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/>
              <a:t>101</a:t>
            </a:r>
          </a:p>
          <a:p>
            <a:pPr algn="ctr"/>
            <a:r>
              <a:rPr lang="es-CO"/>
              <a:t>&gt;</a:t>
            </a:r>
          </a:p>
          <a:p>
            <a:pPr algn="ctr"/>
            <a:r>
              <a:rPr lang="es-CO"/>
              <a:t>&lt;</a:t>
            </a:r>
          </a:p>
          <a:p>
            <a:pPr algn="ctr"/>
            <a:r>
              <a:rPr lang="es-CO"/>
              <a:t>150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6CAD1ED-8BD7-124E-AF4C-7E94435560B7}"/>
              </a:ext>
            </a:extLst>
          </p:cNvPr>
          <p:cNvSpPr txBox="1"/>
          <p:nvPr/>
        </p:nvSpPr>
        <p:spPr>
          <a:xfrm>
            <a:off x="6621282" y="2455137"/>
            <a:ext cx="36950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Decretar nivel amarillo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Prohibir actividades deportivas al aire libre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Restringir movilidad pico y placa 5am 10am y 4pm a 8pm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CAA69F8-CEDE-0A4B-A8A7-EC4F01BD335D}"/>
              </a:ext>
            </a:extLst>
          </p:cNvPr>
          <p:cNvCxnSpPr>
            <a:cxnSpLocks/>
            <a:stCxn id="9" idx="0"/>
            <a:endCxn id="12" idx="2"/>
          </p:cNvCxnSpPr>
          <p:nvPr/>
        </p:nvCxnSpPr>
        <p:spPr>
          <a:xfrm flipH="1" flipV="1">
            <a:off x="1591934" y="3292797"/>
            <a:ext cx="1447568" cy="1716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389E35B-6264-044B-A6F9-065F1C18A8FE}"/>
              </a:ext>
            </a:extLst>
          </p:cNvPr>
          <p:cNvCxnSpPr>
            <a:stCxn id="7" idx="0"/>
            <a:endCxn id="18" idx="2"/>
          </p:cNvCxnSpPr>
          <p:nvPr/>
        </p:nvCxnSpPr>
        <p:spPr>
          <a:xfrm flipH="1" flipV="1">
            <a:off x="5850227" y="3548878"/>
            <a:ext cx="245773" cy="623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3E238BA5-9E65-3846-B2D8-D75D1C764F21}"/>
              </a:ext>
            </a:extLst>
          </p:cNvPr>
          <p:cNvCxnSpPr>
            <a:stCxn id="8" idx="0"/>
            <a:endCxn id="19" idx="2"/>
          </p:cNvCxnSpPr>
          <p:nvPr/>
        </p:nvCxnSpPr>
        <p:spPr>
          <a:xfrm flipH="1" flipV="1">
            <a:off x="8468795" y="3932465"/>
            <a:ext cx="644578" cy="1215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2BBF40E-80C7-1C45-A8DF-DD56AA9A6E8C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2689061" y="2948713"/>
            <a:ext cx="1270666" cy="20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B2B7284-B0DA-4648-A0B6-5228F47D8B8F}"/>
              </a:ext>
            </a:extLst>
          </p:cNvPr>
          <p:cNvCxnSpPr>
            <a:stCxn id="13" idx="0"/>
            <a:endCxn id="17" idx="2"/>
          </p:cNvCxnSpPr>
          <p:nvPr/>
        </p:nvCxnSpPr>
        <p:spPr>
          <a:xfrm flipH="1" flipV="1">
            <a:off x="3446532" y="2103521"/>
            <a:ext cx="1104111" cy="660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063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29DC0-BA91-764E-B081-EDEF08AF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PASOS PARA UNA ARQUITECTURA IOT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712D3C-1DA2-EB45-A2C4-6DDCE6ED6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CO"/>
              <a:t>TOMAR LA INFORMACIÓN DEL MODELO</a:t>
            </a:r>
          </a:p>
          <a:p>
            <a:pPr marL="514350" indent="-514350">
              <a:buAutoNum type="arabicPeriod"/>
            </a:pPr>
            <a:r>
              <a:rPr lang="es-CO"/>
              <a:t>CONSTRUIR UNA O VARIAS REGLAS DE HIPÓTESIS</a:t>
            </a:r>
          </a:p>
          <a:p>
            <a:pPr marL="514350" indent="-514350">
              <a:buAutoNum type="arabicPeriod"/>
            </a:pPr>
            <a:r>
              <a:rPr lang="es-CO"/>
              <a:t>DEFINIR UNA ACCION FRENTE AL RESULTADO DE CADA HIPÓTESIS</a:t>
            </a:r>
          </a:p>
          <a:p>
            <a:pPr marL="514350" indent="-514350">
              <a:buAutoNum type="arabicPeriod"/>
            </a:pPr>
            <a:r>
              <a:rPr lang="es-CO"/>
              <a:t>CALCULAR LAS ACCIONES POR CADA HIPOTESIS</a:t>
            </a:r>
          </a:p>
          <a:p>
            <a:pPr marL="514350" indent="-514350">
              <a:buAutoNum type="arabicPeriod"/>
            </a:pPr>
            <a:r>
              <a:rPr lang="es-CO"/>
              <a:t>INFORMAR LOS RESULTADOS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8032CF-1C1B-104D-99D6-836651975D8A}"/>
              </a:ext>
            </a:extLst>
          </p:cNvPr>
          <p:cNvSpPr/>
          <p:nvPr/>
        </p:nvSpPr>
        <p:spPr>
          <a:xfrm>
            <a:off x="1289538" y="4934635"/>
            <a:ext cx="92049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/>
              <a:t>https://</a:t>
            </a:r>
            <a:r>
              <a:rPr lang="es-ES_tradnl" err="1"/>
              <a:t>forum.airnowtech.org</a:t>
            </a:r>
            <a:r>
              <a:rPr lang="es-ES_tradnl"/>
              <a:t>/t/aqi-calculations-overview-ozone-pm2-5-and-pm10/168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7089D1-A64E-4045-842F-BA30FFCCBE67}"/>
              </a:ext>
            </a:extLst>
          </p:cNvPr>
          <p:cNvSpPr/>
          <p:nvPr/>
        </p:nvSpPr>
        <p:spPr>
          <a:xfrm>
            <a:off x="1289538" y="5554068"/>
            <a:ext cx="5253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/>
              <a:t>https://</a:t>
            </a:r>
            <a:r>
              <a:rPr lang="es-ES_tradnl" err="1"/>
              <a:t>forum.airnowtech.org</a:t>
            </a:r>
            <a:r>
              <a:rPr lang="es-ES_tradnl"/>
              <a:t>/t/</a:t>
            </a:r>
            <a:r>
              <a:rPr lang="es-ES_tradnl" err="1"/>
              <a:t>the-aqi-equation</a:t>
            </a:r>
            <a:r>
              <a:rPr lang="es-ES_tradnl"/>
              <a:t>/169</a:t>
            </a:r>
          </a:p>
        </p:txBody>
      </p:sp>
    </p:spTree>
    <p:extLst>
      <p:ext uri="{BB962C8B-B14F-4D97-AF65-F5344CB8AC3E}">
        <p14:creationId xmlns:p14="http://schemas.microsoft.com/office/powerpoint/2010/main" val="100363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CD5EFE3-F409-7E04-CCA4-3E1524A7D964}"/>
              </a:ext>
            </a:extLst>
          </p:cNvPr>
          <p:cNvSpPr/>
          <p:nvPr/>
        </p:nvSpPr>
        <p:spPr>
          <a:xfrm>
            <a:off x="249526" y="1917620"/>
            <a:ext cx="6671094" cy="4083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D458EFE-457A-96B8-F084-103D7EF4C45D}"/>
                  </a:ext>
                </a:extLst>
              </p14:cNvPr>
              <p14:cNvContentPartPr/>
              <p14:nvPr/>
            </p14:nvContentPartPr>
            <p14:xfrm>
              <a:off x="5333999" y="1337733"/>
              <a:ext cx="16933" cy="16933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D458EFE-457A-96B8-F084-103D7EF4C4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7349" y="491083"/>
                <a:ext cx="1693300" cy="16933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E1A5739-854B-1E69-2032-9B773D32BEAC}"/>
              </a:ext>
            </a:extLst>
          </p:cNvPr>
          <p:cNvSpPr txBox="1"/>
          <p:nvPr/>
        </p:nvSpPr>
        <p:spPr>
          <a:xfrm>
            <a:off x="4121828" y="112143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GESTION DEL RIESGO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7E4B55-0350-007C-E67D-40C363EA624D}"/>
              </a:ext>
            </a:extLst>
          </p:cNvPr>
          <p:cNvSpPr txBox="1"/>
          <p:nvPr/>
        </p:nvSpPr>
        <p:spPr>
          <a:xfrm>
            <a:off x="1818895" y="239143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PREVENCION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CC231-ABDC-55B9-0AE1-FE898FB42796}"/>
              </a:ext>
            </a:extLst>
          </p:cNvPr>
          <p:cNvSpPr txBox="1"/>
          <p:nvPr/>
        </p:nvSpPr>
        <p:spPr>
          <a:xfrm>
            <a:off x="4553788" y="239846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REACCIÓN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1FD09-CC71-6758-8487-61B3F99B87B7}"/>
              </a:ext>
            </a:extLst>
          </p:cNvPr>
          <p:cNvSpPr txBox="1"/>
          <p:nvPr/>
        </p:nvSpPr>
        <p:spPr>
          <a:xfrm>
            <a:off x="7137559" y="226044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RECUPERACION / PLANIFICAIÓN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63A9A7-4A13-A26F-80D5-B702813F1209}"/>
              </a:ext>
            </a:extLst>
          </p:cNvPr>
          <p:cNvSpPr txBox="1"/>
          <p:nvPr/>
        </p:nvSpPr>
        <p:spPr>
          <a:xfrm>
            <a:off x="1766817" y="3342257"/>
            <a:ext cx="13629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PREDICTOR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8C114-D789-F3DD-9B36-30F2A8947271}"/>
              </a:ext>
            </a:extLst>
          </p:cNvPr>
          <p:cNvSpPr txBox="1"/>
          <p:nvPr/>
        </p:nvSpPr>
        <p:spPr>
          <a:xfrm>
            <a:off x="509277" y="3714470"/>
            <a:ext cx="27432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ARBOLES DE DECISIONES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REDES NEURONALES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FILTROS DE KALMAN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EXTRAPOLACIONES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REGRESIONES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424B7-0286-E3F6-A2B2-55E487D5DCE9}"/>
              </a:ext>
            </a:extLst>
          </p:cNvPr>
          <p:cNvSpPr txBox="1"/>
          <p:nvPr/>
        </p:nvSpPr>
        <p:spPr>
          <a:xfrm>
            <a:off x="4441005" y="3342256"/>
            <a:ext cx="136297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MODELO DE TOMA DE DECIONES 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551796-D30F-38AE-DCDC-96174927D88F}"/>
              </a:ext>
            </a:extLst>
          </p:cNvPr>
          <p:cNvSpPr txBox="1"/>
          <p:nvPr/>
        </p:nvSpPr>
        <p:spPr>
          <a:xfrm>
            <a:off x="4441004" y="4449312"/>
            <a:ext cx="231188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CATEGORICOS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INFINIDECIALES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CLASIFICADORES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DB060E-964B-DFBE-8E29-F0464D7103B4}"/>
              </a:ext>
            </a:extLst>
          </p:cNvPr>
          <p:cNvSpPr txBox="1"/>
          <p:nvPr/>
        </p:nvSpPr>
        <p:spPr>
          <a:xfrm>
            <a:off x="7612012" y="328666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PROCESO ADMINISTRATIVO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F4E3E7-109E-BE3C-7753-9BFE2CA71E8C}"/>
              </a:ext>
            </a:extLst>
          </p:cNvPr>
          <p:cNvSpPr txBox="1"/>
          <p:nvPr/>
        </p:nvSpPr>
        <p:spPr>
          <a:xfrm>
            <a:off x="7367596" y="4451230"/>
            <a:ext cx="419531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RECALCULAR MODELOS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NUEVAS CARACTERISTICAS EN LA APP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GESTIÓN ADMINISTRATIVA</a:t>
            </a:r>
          </a:p>
        </p:txBody>
      </p:sp>
    </p:spTree>
    <p:extLst>
      <p:ext uri="{BB962C8B-B14F-4D97-AF65-F5344CB8AC3E}">
        <p14:creationId xmlns:p14="http://schemas.microsoft.com/office/powerpoint/2010/main" val="1945721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2283bc-ba04-4ab8-9f6b-1f96a96755cd" xsi:nil="true"/>
    <lcf76f155ced4ddcb4097134ff3c332f xmlns="a56da131-51c8-474b-82c4-87a2265dd7d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07D2D7BDD7E4687715376EFEF2C48" ma:contentTypeVersion="10" ma:contentTypeDescription="Create a new document." ma:contentTypeScope="" ma:versionID="1d596e04befbebf57d47d11c830699ac">
  <xsd:schema xmlns:xsd="http://www.w3.org/2001/XMLSchema" xmlns:xs="http://www.w3.org/2001/XMLSchema" xmlns:p="http://schemas.microsoft.com/office/2006/metadata/properties" xmlns:ns2="a56da131-51c8-474b-82c4-87a2265dd7dc" xmlns:ns3="152283bc-ba04-4ab8-9f6b-1f96a96755cd" targetNamespace="http://schemas.microsoft.com/office/2006/metadata/properties" ma:root="true" ma:fieldsID="7b2bdf44b47fba4ad4975a9fdc367a6d" ns2:_="" ns3:_="">
    <xsd:import namespace="a56da131-51c8-474b-82c4-87a2265dd7dc"/>
    <xsd:import namespace="152283bc-ba04-4ab8-9f6b-1f96a96755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da131-51c8-474b-82c4-87a2265dd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eb28b8-418d-4e4f-834a-21a5a75d3e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2283bc-ba04-4ab8-9f6b-1f96a96755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5ddc29-0582-4f0f-a49e-9566dd7b31c6}" ma:internalName="TaxCatchAll" ma:showField="CatchAllData" ma:web="152283bc-ba04-4ab8-9f6b-1f96a96755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DFAA53-9658-4809-8236-B11D1D5CE62F}">
  <ds:schemaRefs>
    <ds:schemaRef ds:uri="83d977c4-24da-4863-bc3b-f5053377e68c"/>
    <ds:schemaRef ds:uri="e7dfe418-509b-440b-afb8-97fb8ee228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665137E-6B1A-4806-8160-56B0DC71C682}"/>
</file>

<file path=customXml/itemProps3.xml><?xml version="1.0" encoding="utf-8"?>
<ds:datastoreItem xmlns:ds="http://schemas.openxmlformats.org/officeDocument/2006/customXml" ds:itemID="{F4905B77-FA08-454B-AB0E-7F1586161B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Tema de Office</vt:lpstr>
      <vt:lpstr>ETL 3</vt:lpstr>
      <vt:lpstr>Temas de hoy</vt:lpstr>
      <vt:lpstr>ARQUITECTURA</vt:lpstr>
      <vt:lpstr>ARQUITECTURA</vt:lpstr>
      <vt:lpstr>¿QUÉ TOMO DEL MODELO?</vt:lpstr>
      <vt:lpstr>EJEMPLO</vt:lpstr>
      <vt:lpstr>PASOS PARA UNA ARQUITECTURA IOT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Virtual 17 de marzo</dc:title>
  <dc:creator>Leonardo Betancur Agudelo</dc:creator>
  <cp:revision>1</cp:revision>
  <dcterms:created xsi:type="dcterms:W3CDTF">2020-03-17T13:16:21Z</dcterms:created>
  <dcterms:modified xsi:type="dcterms:W3CDTF">2024-10-10T13:36:50Z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0x0101004AB07D2D7BDD7E4687715376EFEF2C48</vt:lpwstr>
  </property>
  <property fmtid="{D5CDD505-2E9C-101B-9397-08002B2CF9AE}" pid="3" name="MediaServiceImageTags">
    <vt:lpwstr/>
  </property>
  <property fmtid="{D5CDD505-2E9C-101B-9397-08002B2CF9AE}" pid="4" name="Order">
    <vt:r8>1400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